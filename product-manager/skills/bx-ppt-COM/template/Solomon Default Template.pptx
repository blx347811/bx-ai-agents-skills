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10.xml" ContentType="application/vnd.openxmlformats-officedocument.presentationml.tags+xml"/>
  <Override PartName="/ppt/tags/tag11.xml" ContentType="application/vnd.openxmlformats-officedocument.presentationml.tag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648" r:id="rId4"/>
  </p:sldMasterIdLst>
  <p:notesMasterIdLst>
    <p:notesMasterId r:id="rId8"/>
  </p:notesMasterIdLst>
  <p:handoutMasterIdLst>
    <p:handoutMasterId r:id="rId9"/>
  </p:handoutMasterIdLst>
  <p:sldIdLst>
    <p:sldId id="327" r:id="rId5"/>
    <p:sldId id="305" r:id="rId6"/>
    <p:sldId id="326" r:id="rId7"/>
  </p:sldIdLst>
  <p:sldSz cx="12192000" cy="6858000"/>
  <p:notesSz cx="6858000" cy="9144000"/>
  <p:custDataLst>
    <p:tags r:id="rId1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2230720-9AF5-56B1-BAE0-C8320E3AAE2E}" name="Caroline Applegarth" initials="CA" userId="S::Caroline.Applegarth@solomonpartners.com::e5ed5fe3-c126-4960-9414-9eb6c77984cd" providerId="AD"/>
  <p188:author id="{5AA5E026-8030-3E13-4EE0-9C17996D3F82}" name="Richard Wellenberger" initials="RW" userId="S::richard.wellenberger@solomonpartners.com::bbeab809-643b-437c-a2f2-66a9b3f94299" providerId="AD"/>
  <p188:author id="{C84F4558-8D42-92AD-60CF-031A7BE671FE}" name="Jenilee Antonetty" initials="JA" userId="S::jenilee.antonetty@solomonpartners.com::b8ef8014-88fd-461d-b47e-6ea76f375148" providerId="AD"/>
  <p188:author id="{C58814C1-7D3E-7396-E1EE-7051ECCD0AFB}" name="Lexi Keresztes" initials="LK" userId="S::Alexis.Keresztes@solomonpartners.com::a9e4250b-c170-45a5-ae79-81ad5125ae75"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78AE0"/>
    <a:srgbClr val="EBEBEB"/>
    <a:srgbClr val="85D6F9"/>
    <a:srgbClr val="AA8AF9"/>
    <a:srgbClr val="D9D9D9"/>
    <a:srgbClr val="FFFF99"/>
    <a:srgbClr val="003594"/>
    <a:srgbClr val="E3F7FC"/>
    <a:srgbClr val="35176F"/>
    <a:srgbClr val="2B045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36" autoAdjust="0"/>
    <p:restoredTop sz="96003" autoAdjust="0"/>
  </p:normalViewPr>
  <p:slideViewPr>
    <p:cSldViewPr snapToGrid="0">
      <p:cViewPr varScale="1">
        <p:scale>
          <a:sx n="134" d="100"/>
          <a:sy n="134" d="100"/>
        </p:scale>
        <p:origin x="96" y="-240"/>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5" Type="http://schemas.microsoft.com/office/2018/10/relationships/authors" Target="authors.xml"/><Relationship Id="rId10" Type="http://schemas.openxmlformats.org/officeDocument/2006/relationships/tags" Target="tags/tag1.xml"/><Relationship Id="rId4" Type="http://schemas.openxmlformats.org/officeDocument/2006/relationships/slideMaster" Target="slideMasters/slideMaster1.xml"/><Relationship Id="rId9" Type="http://schemas.openxmlformats.org/officeDocument/2006/relationships/handoutMaster" Target="handoutMasters/handoutMaster1.xml"/><Relationship Id="rId14"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219C1A1-FFDD-B13F-5467-2209A0B56F3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211242E-80C5-8E78-C5F0-161D4F682AB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58DCC3D-5C04-8747-BBE8-5A1AC61580B4}" type="datetimeFigureOut">
              <a:rPr lang="en-US" smtClean="0"/>
              <a:t>4/28/2026</a:t>
            </a:fld>
            <a:endParaRPr lang="en-US"/>
          </a:p>
        </p:txBody>
      </p:sp>
      <p:sp>
        <p:nvSpPr>
          <p:cNvPr id="4" name="Footer Placeholder 3">
            <a:extLst>
              <a:ext uri="{FF2B5EF4-FFF2-40B4-BE49-F238E27FC236}">
                <a16:creationId xmlns:a16="http://schemas.microsoft.com/office/drawing/2014/main" id="{2ACDD0BF-65A3-C776-2F39-44E2ECEBE3C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E2D652DF-422F-4E51-CD95-68C72F1D434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E00ECAA-153D-CA44-A301-6BC58EE960C4}" type="slidenum">
              <a:rPr lang="en-US" smtClean="0"/>
              <a:t>‹#›</a:t>
            </a:fld>
            <a:endParaRPr lang="en-US"/>
          </a:p>
        </p:txBody>
      </p:sp>
    </p:spTree>
    <p:extLst>
      <p:ext uri="{BB962C8B-B14F-4D97-AF65-F5344CB8AC3E}">
        <p14:creationId xmlns:p14="http://schemas.microsoft.com/office/powerpoint/2010/main" val="2351333247"/>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FF577E-85B8-ED40-AFD9-0E696106179C}" type="datetimeFigureOut">
              <a:rPr lang="en-US" smtClean="0"/>
              <a:t>4/28/2026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0CF2C80-B998-064D-A686-3866C92940EF}" type="slidenum">
              <a:rPr lang="en-US" smtClean="0"/>
              <a:t>‹#›</a:t>
            </a:fld>
            <a:endParaRPr lang="en-US"/>
          </a:p>
        </p:txBody>
      </p:sp>
    </p:spTree>
    <p:extLst>
      <p:ext uri="{BB962C8B-B14F-4D97-AF65-F5344CB8AC3E}">
        <p14:creationId xmlns:p14="http://schemas.microsoft.com/office/powerpoint/2010/main" val="32070388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9.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pic>
        <p:nvPicPr>
          <p:cNvPr id="3" name="Picture Placeholder 2">
            <a:extLst>
              <a:ext uri="{FF2B5EF4-FFF2-40B4-BE49-F238E27FC236}">
                <a16:creationId xmlns:a16="http://schemas.microsoft.com/office/drawing/2014/main" id="{2C77F6EA-2A95-DD23-9111-94A0F4CB6A2C}"/>
              </a:ext>
            </a:extLst>
          </p:cNvPr>
          <p:cNvPicPr>
            <a:picLocks noChangeAspect="1"/>
          </p:cNvPicPr>
          <p:nvPr userDrawn="1"/>
        </p:nvPicPr>
        <p:blipFill>
          <a:blip>
            <a:extLst>
              <a:ext uri="{96DAC541-7B7A-43D3-8B79-37D633B846F1}">
                <asvg:svgBlip xmlns:asvg="http://schemas.microsoft.com/office/drawing/2016/SVG/main" r:embed="rId2"/>
              </a:ext>
            </a:extLst>
          </a:blip>
          <a:srcRect t="4968" b="4968"/>
          <a:stretch/>
        </p:blipFill>
        <p:spPr>
          <a:xfrm>
            <a:off x="5715000" y="-2"/>
            <a:ext cx="6477000" cy="6070599"/>
          </a:xfrm>
          <a:prstGeom prst="rect">
            <a:avLst/>
          </a:prstGeom>
        </p:spPr>
      </p:pic>
      <p:sp>
        <p:nvSpPr>
          <p:cNvPr id="4" name="Freeform 3">
            <a:extLst>
              <a:ext uri="{FF2B5EF4-FFF2-40B4-BE49-F238E27FC236}">
                <a16:creationId xmlns:a16="http://schemas.microsoft.com/office/drawing/2014/main" id="{28037AA4-3824-F4D7-A32D-AB583C544C61}"/>
              </a:ext>
            </a:extLst>
          </p:cNvPr>
          <p:cNvSpPr/>
          <p:nvPr userDrawn="1"/>
        </p:nvSpPr>
        <p:spPr>
          <a:xfrm>
            <a:off x="1" y="0"/>
            <a:ext cx="8392373" cy="6858000"/>
          </a:xfrm>
          <a:custGeom>
            <a:avLst/>
            <a:gdLst>
              <a:gd name="connsiteX0" fmla="*/ 0 w 8392373"/>
              <a:gd name="connsiteY0" fmla="*/ 0 h 6858000"/>
              <a:gd name="connsiteX1" fmla="*/ 6648229 w 8392373"/>
              <a:gd name="connsiteY1" fmla="*/ 0 h 6858000"/>
              <a:gd name="connsiteX2" fmla="*/ 6669964 w 8392373"/>
              <a:gd name="connsiteY2" fmla="*/ 116647 h 6858000"/>
              <a:gd name="connsiteX3" fmla="*/ 8075690 w 8392373"/>
              <a:gd name="connsiteY3" fmla="*/ 4658544 h 6858000"/>
              <a:gd name="connsiteX4" fmla="*/ 8392373 w 8392373"/>
              <a:gd name="connsiteY4" fmla="*/ 5376394 h 6858000"/>
              <a:gd name="connsiteX5" fmla="*/ 7754517 w 8392373"/>
              <a:gd name="connsiteY5" fmla="*/ 5509343 h 6858000"/>
              <a:gd name="connsiteX6" fmla="*/ 4060932 w 8392373"/>
              <a:gd name="connsiteY6" fmla="*/ 6638916 h 6858000"/>
              <a:gd name="connsiteX7" fmla="*/ 3525159 w 8392373"/>
              <a:gd name="connsiteY7" fmla="*/ 6858000 h 6858000"/>
              <a:gd name="connsiteX8" fmla="*/ 0 w 8392373"/>
              <a:gd name="connsiteY8" fmla="*/ 6858000 h 6858000"/>
              <a:gd name="connsiteX9" fmla="*/ 0 w 8392373"/>
              <a:gd name="connsiteY9"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392373" h="6858000">
                <a:moveTo>
                  <a:pt x="0" y="0"/>
                </a:moveTo>
                <a:lnTo>
                  <a:pt x="6648229" y="0"/>
                </a:lnTo>
                <a:lnTo>
                  <a:pt x="6669964" y="116647"/>
                </a:lnTo>
                <a:cubicBezTo>
                  <a:pt x="6990663" y="1690852"/>
                  <a:pt x="7464606" y="3209975"/>
                  <a:pt x="8075690" y="4658544"/>
                </a:cubicBezTo>
                <a:lnTo>
                  <a:pt x="8392373" y="5376394"/>
                </a:lnTo>
                <a:lnTo>
                  <a:pt x="7754517" y="5509343"/>
                </a:lnTo>
                <a:cubicBezTo>
                  <a:pt x="6483211" y="5791781"/>
                  <a:pt x="5249379" y="6170837"/>
                  <a:pt x="4060932" y="6638916"/>
                </a:cubicBezTo>
                <a:lnTo>
                  <a:pt x="3525159" y="6858000"/>
                </a:lnTo>
                <a:lnTo>
                  <a:pt x="0" y="6858000"/>
                </a:lnTo>
                <a:lnTo>
                  <a:pt x="0" y="0"/>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Freeform 4">
            <a:extLst>
              <a:ext uri="{FF2B5EF4-FFF2-40B4-BE49-F238E27FC236}">
                <a16:creationId xmlns:a16="http://schemas.microsoft.com/office/drawing/2014/main" id="{FB06506E-2C29-C40C-28FB-945D055D573D}"/>
              </a:ext>
            </a:extLst>
          </p:cNvPr>
          <p:cNvSpPr/>
          <p:nvPr userDrawn="1"/>
        </p:nvSpPr>
        <p:spPr>
          <a:xfrm>
            <a:off x="8393256" y="4937331"/>
            <a:ext cx="3798744" cy="1920669"/>
          </a:xfrm>
          <a:custGeom>
            <a:avLst/>
            <a:gdLst>
              <a:gd name="connsiteX0" fmla="*/ 3798744 w 3798744"/>
              <a:gd name="connsiteY0" fmla="*/ 0 h 1920669"/>
              <a:gd name="connsiteX1" fmla="*/ 3798744 w 3798744"/>
              <a:gd name="connsiteY1" fmla="*/ 1920669 h 1920669"/>
              <a:gd name="connsiteX2" fmla="*/ 746221 w 3798744"/>
              <a:gd name="connsiteY2" fmla="*/ 1920669 h 1920669"/>
              <a:gd name="connsiteX3" fmla="*/ 366511 w 3798744"/>
              <a:gd name="connsiteY3" fmla="*/ 1198195 h 1920669"/>
              <a:gd name="connsiteX4" fmla="*/ 671 w 3798744"/>
              <a:gd name="connsiteY4" fmla="*/ 438879 h 1920669"/>
              <a:gd name="connsiteX5" fmla="*/ 0 w 3798744"/>
              <a:gd name="connsiteY5" fmla="*/ 438879 h 1920669"/>
              <a:gd name="connsiteX6" fmla="*/ 3568729 w 3798744"/>
              <a:gd name="connsiteY6" fmla="*/ 8342 h 1920669"/>
              <a:gd name="connsiteX7" fmla="*/ 3798744 w 3798744"/>
              <a:gd name="connsiteY7" fmla="*/ 0 h 1920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98744" h="1920669">
                <a:moveTo>
                  <a:pt x="3798744" y="0"/>
                </a:moveTo>
                <a:lnTo>
                  <a:pt x="3798744" y="1920669"/>
                </a:lnTo>
                <a:lnTo>
                  <a:pt x="746221" y="1920669"/>
                </a:lnTo>
                <a:lnTo>
                  <a:pt x="366511" y="1198195"/>
                </a:lnTo>
                <a:cubicBezTo>
                  <a:pt x="240212" y="947423"/>
                  <a:pt x="118182" y="694235"/>
                  <a:pt x="671" y="438879"/>
                </a:cubicBezTo>
                <a:lnTo>
                  <a:pt x="0" y="438879"/>
                </a:lnTo>
                <a:cubicBezTo>
                  <a:pt x="1162553" y="212860"/>
                  <a:pt x="2354107" y="67098"/>
                  <a:pt x="3568729" y="8342"/>
                </a:cubicBezTo>
                <a:lnTo>
                  <a:pt x="3798744" y="0"/>
                </a:lnTo>
                <a:close/>
              </a:path>
            </a:pathLst>
          </a:custGeom>
          <a:gradFill>
            <a:gsLst>
              <a:gs pos="0">
                <a:schemeClr val="accent1"/>
              </a:gs>
              <a:gs pos="100000">
                <a:srgbClr val="003594"/>
              </a:gs>
            </a:gsLst>
            <a:lin ang="4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15">
            <a:extLst>
              <a:ext uri="{FF2B5EF4-FFF2-40B4-BE49-F238E27FC236}">
                <a16:creationId xmlns:a16="http://schemas.microsoft.com/office/drawing/2014/main" id="{FD06DF61-0940-D8CA-1E15-AEE697A68375}"/>
              </a:ext>
            </a:extLst>
          </p:cNvPr>
          <p:cNvSpPr/>
          <p:nvPr userDrawn="1"/>
        </p:nvSpPr>
        <p:spPr>
          <a:xfrm>
            <a:off x="3525159" y="5376210"/>
            <a:ext cx="5614319" cy="1481790"/>
          </a:xfrm>
          <a:custGeom>
            <a:avLst/>
            <a:gdLst>
              <a:gd name="connsiteX0" fmla="*/ 1042421 w 5614319"/>
              <a:gd name="connsiteY0" fmla="*/ 1070145 h 1481790"/>
              <a:gd name="connsiteX1" fmla="*/ 535132 w 5614319"/>
              <a:gd name="connsiteY1" fmla="*/ 1263347 h 1481790"/>
              <a:gd name="connsiteX2" fmla="*/ 961 w 5614319"/>
              <a:gd name="connsiteY2" fmla="*/ 1481790 h 1481790"/>
              <a:gd name="connsiteX3" fmla="*/ 0 w 5614319"/>
              <a:gd name="connsiteY3" fmla="*/ 1481790 h 1481790"/>
              <a:gd name="connsiteX4" fmla="*/ 535773 w 5614319"/>
              <a:gd name="connsiteY4" fmla="*/ 1262706 h 1481790"/>
              <a:gd name="connsiteX5" fmla="*/ 983553 w 5614319"/>
              <a:gd name="connsiteY5" fmla="*/ 1091364 h 1481790"/>
              <a:gd name="connsiteX6" fmla="*/ 1540234 w 5614319"/>
              <a:gd name="connsiteY6" fmla="*/ 892998 h 1481790"/>
              <a:gd name="connsiteX7" fmla="*/ 1116672 w 5614319"/>
              <a:gd name="connsiteY7" fmla="*/ 1043380 h 1481790"/>
              <a:gd name="connsiteX8" fmla="*/ 1435495 w 5614319"/>
              <a:gd name="connsiteY8" fmla="*/ 928457 h 1481790"/>
              <a:gd name="connsiteX9" fmla="*/ 2046861 w 5614319"/>
              <a:gd name="connsiteY9" fmla="*/ 724842 h 1481790"/>
              <a:gd name="connsiteX10" fmla="*/ 1671706 w 5614319"/>
              <a:gd name="connsiteY10" fmla="*/ 848488 h 1481790"/>
              <a:gd name="connsiteX11" fmla="*/ 1891506 w 5614319"/>
              <a:gd name="connsiteY11" fmla="*/ 774074 h 1481790"/>
              <a:gd name="connsiteX12" fmla="*/ 2568097 w 5614319"/>
              <a:gd name="connsiteY12" fmla="*/ 564301 h 1481790"/>
              <a:gd name="connsiteX13" fmla="*/ 2195645 w 5614319"/>
              <a:gd name="connsiteY13" fmla="*/ 677693 h 1481790"/>
              <a:gd name="connsiteX14" fmla="*/ 2351494 w 5614319"/>
              <a:gd name="connsiteY14" fmla="*/ 628304 h 1481790"/>
              <a:gd name="connsiteX15" fmla="*/ 3126014 w 5614319"/>
              <a:gd name="connsiteY15" fmla="*/ 406027 h 1481790"/>
              <a:gd name="connsiteX16" fmla="*/ 2711703 w 5614319"/>
              <a:gd name="connsiteY16" fmla="*/ 521867 h 1481790"/>
              <a:gd name="connsiteX17" fmla="*/ 2815366 w 5614319"/>
              <a:gd name="connsiteY17" fmla="*/ 491236 h 1481790"/>
              <a:gd name="connsiteX18" fmla="*/ 4282954 w 5614319"/>
              <a:gd name="connsiteY18" fmla="*/ 121962 h 1481790"/>
              <a:gd name="connsiteX19" fmla="*/ 3753989 w 5614319"/>
              <a:gd name="connsiteY19" fmla="*/ 243962 h 1481790"/>
              <a:gd name="connsiteX20" fmla="*/ 3226015 w 5614319"/>
              <a:gd name="connsiteY20" fmla="*/ 378597 h 1481790"/>
              <a:gd name="connsiteX21" fmla="*/ 3283029 w 5614319"/>
              <a:gd name="connsiteY21" fmla="*/ 362959 h 1481790"/>
              <a:gd name="connsiteX22" fmla="*/ 4229358 w 5614319"/>
              <a:gd name="connsiteY22" fmla="*/ 133133 h 1481790"/>
              <a:gd name="connsiteX23" fmla="*/ 4867214 w 5614319"/>
              <a:gd name="connsiteY23" fmla="*/ 184 h 1481790"/>
              <a:gd name="connsiteX24" fmla="*/ 4867428 w 5614319"/>
              <a:gd name="connsiteY24" fmla="*/ 668 h 1481790"/>
              <a:gd name="connsiteX25" fmla="*/ 4597058 w 5614319"/>
              <a:gd name="connsiteY25" fmla="*/ 56493 h 1481790"/>
              <a:gd name="connsiteX26" fmla="*/ 4868098 w 5614319"/>
              <a:gd name="connsiteY26" fmla="*/ 0 h 1481790"/>
              <a:gd name="connsiteX27" fmla="*/ 4868769 w 5614319"/>
              <a:gd name="connsiteY27" fmla="*/ 0 h 1481790"/>
              <a:gd name="connsiteX28" fmla="*/ 5234609 w 5614319"/>
              <a:gd name="connsiteY28" fmla="*/ 759316 h 1481790"/>
              <a:gd name="connsiteX29" fmla="*/ 5614319 w 5614319"/>
              <a:gd name="connsiteY29" fmla="*/ 1481790 h 1481790"/>
              <a:gd name="connsiteX30" fmla="*/ 5613653 w 5614319"/>
              <a:gd name="connsiteY30" fmla="*/ 1481790 h 1481790"/>
              <a:gd name="connsiteX31" fmla="*/ 962 w 5614319"/>
              <a:gd name="connsiteY31" fmla="*/ 1481790 h 1481790"/>
              <a:gd name="connsiteX32" fmla="*/ 535133 w 5614319"/>
              <a:gd name="connsiteY32" fmla="*/ 1263347 h 1481790"/>
              <a:gd name="connsiteX33" fmla="*/ 1042439 w 5614319"/>
              <a:gd name="connsiteY33" fmla="*/ 1070138 h 1481790"/>
              <a:gd name="connsiteX34" fmla="*/ 1042421 w 5614319"/>
              <a:gd name="connsiteY34" fmla="*/ 1070145 h 1481790"/>
              <a:gd name="connsiteX35" fmla="*/ 1058006 w 5614319"/>
              <a:gd name="connsiteY35" fmla="*/ 1064209 h 1481790"/>
              <a:gd name="connsiteX36" fmla="*/ 1116672 w 5614319"/>
              <a:gd name="connsiteY36" fmla="*/ 1043380 h 1481790"/>
              <a:gd name="connsiteX37" fmla="*/ 1116606 w 5614319"/>
              <a:gd name="connsiteY37" fmla="*/ 1043404 h 1481790"/>
              <a:gd name="connsiteX38" fmla="*/ 1540256 w 5614319"/>
              <a:gd name="connsiteY38" fmla="*/ 892990 h 1481790"/>
              <a:gd name="connsiteX39" fmla="*/ 1540234 w 5614319"/>
              <a:gd name="connsiteY39" fmla="*/ 892998 h 1481790"/>
              <a:gd name="connsiteX40" fmla="*/ 1586538 w 5614319"/>
              <a:gd name="connsiteY40" fmla="*/ 876558 h 1481790"/>
              <a:gd name="connsiteX41" fmla="*/ 1671706 w 5614319"/>
              <a:gd name="connsiteY41" fmla="*/ 848488 h 1481790"/>
              <a:gd name="connsiteX42" fmla="*/ 1671669 w 5614319"/>
              <a:gd name="connsiteY42" fmla="*/ 848500 h 1481790"/>
              <a:gd name="connsiteX43" fmla="*/ 2046888 w 5614319"/>
              <a:gd name="connsiteY43" fmla="*/ 724834 h 1481790"/>
              <a:gd name="connsiteX44" fmla="*/ 2046861 w 5614319"/>
              <a:gd name="connsiteY44" fmla="*/ 724842 h 1481790"/>
              <a:gd name="connsiteX45" fmla="*/ 2120565 w 5614319"/>
              <a:gd name="connsiteY45" fmla="*/ 700551 h 1481790"/>
              <a:gd name="connsiteX46" fmla="*/ 2195645 w 5614319"/>
              <a:gd name="connsiteY46" fmla="*/ 677693 h 1481790"/>
              <a:gd name="connsiteX47" fmla="*/ 2195620 w 5614319"/>
              <a:gd name="connsiteY47" fmla="*/ 677701 h 1481790"/>
              <a:gd name="connsiteX48" fmla="*/ 2568131 w 5614319"/>
              <a:gd name="connsiteY48" fmla="*/ 564291 h 1481790"/>
              <a:gd name="connsiteX49" fmla="*/ 2568097 w 5614319"/>
              <a:gd name="connsiteY49" fmla="*/ 564301 h 1481790"/>
              <a:gd name="connsiteX50" fmla="*/ 2659925 w 5614319"/>
              <a:gd name="connsiteY50" fmla="*/ 536344 h 1481790"/>
              <a:gd name="connsiteX51" fmla="*/ 2711703 w 5614319"/>
              <a:gd name="connsiteY51" fmla="*/ 521867 h 1481790"/>
              <a:gd name="connsiteX52" fmla="*/ 2711685 w 5614319"/>
              <a:gd name="connsiteY52" fmla="*/ 521872 h 1481790"/>
              <a:gd name="connsiteX53" fmla="*/ 3126067 w 5614319"/>
              <a:gd name="connsiteY53" fmla="*/ 406013 h 1481790"/>
              <a:gd name="connsiteX54" fmla="*/ 3126014 w 5614319"/>
              <a:gd name="connsiteY54" fmla="*/ 406027 h 1481790"/>
              <a:gd name="connsiteX55" fmla="*/ 3204454 w 5614319"/>
              <a:gd name="connsiteY55" fmla="*/ 384096 h 1481790"/>
              <a:gd name="connsiteX56" fmla="*/ 3226015 w 5614319"/>
              <a:gd name="connsiteY56" fmla="*/ 378597 h 1481790"/>
              <a:gd name="connsiteX57" fmla="*/ 3226002 w 5614319"/>
              <a:gd name="connsiteY57" fmla="*/ 378601 h 1481790"/>
              <a:gd name="connsiteX58" fmla="*/ 3753990 w 5614319"/>
              <a:gd name="connsiteY58" fmla="*/ 243962 h 1481790"/>
              <a:gd name="connsiteX59" fmla="*/ 4282964 w 5614319"/>
              <a:gd name="connsiteY59" fmla="*/ 121960 h 1481790"/>
              <a:gd name="connsiteX60" fmla="*/ 4282954 w 5614319"/>
              <a:gd name="connsiteY60" fmla="*/ 121962 h 1481790"/>
              <a:gd name="connsiteX61" fmla="*/ 4308369 w 5614319"/>
              <a:gd name="connsiteY61" fmla="*/ 116101 h 1481790"/>
              <a:gd name="connsiteX62" fmla="*/ 4597058 w 5614319"/>
              <a:gd name="connsiteY62" fmla="*/ 56493 h 1481790"/>
              <a:gd name="connsiteX63" fmla="*/ 4596952 w 5614319"/>
              <a:gd name="connsiteY63" fmla="*/ 56515 h 1481790"/>
              <a:gd name="connsiteX64" fmla="*/ 4867429 w 5614319"/>
              <a:gd name="connsiteY64" fmla="*/ 668 h 1481790"/>
              <a:gd name="connsiteX65" fmla="*/ 4867215 w 5614319"/>
              <a:gd name="connsiteY65" fmla="*/ 184 h 1481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614319" h="1481790">
                <a:moveTo>
                  <a:pt x="1042421" y="1070145"/>
                </a:moveTo>
                <a:lnTo>
                  <a:pt x="535132" y="1263347"/>
                </a:lnTo>
                <a:lnTo>
                  <a:pt x="961" y="1481790"/>
                </a:lnTo>
                <a:lnTo>
                  <a:pt x="0" y="1481790"/>
                </a:lnTo>
                <a:lnTo>
                  <a:pt x="535773" y="1262706"/>
                </a:lnTo>
                <a:cubicBezTo>
                  <a:pt x="684329" y="1204196"/>
                  <a:pt x="833594" y="1147077"/>
                  <a:pt x="983553" y="1091364"/>
                </a:cubicBezTo>
                <a:close/>
                <a:moveTo>
                  <a:pt x="1540234" y="892998"/>
                </a:moveTo>
                <a:lnTo>
                  <a:pt x="1116672" y="1043380"/>
                </a:lnTo>
                <a:lnTo>
                  <a:pt x="1435495" y="928457"/>
                </a:lnTo>
                <a:close/>
                <a:moveTo>
                  <a:pt x="2046861" y="724842"/>
                </a:moveTo>
                <a:lnTo>
                  <a:pt x="1671706" y="848488"/>
                </a:lnTo>
                <a:lnTo>
                  <a:pt x="1891506" y="774074"/>
                </a:lnTo>
                <a:close/>
                <a:moveTo>
                  <a:pt x="2568097" y="564301"/>
                </a:moveTo>
                <a:lnTo>
                  <a:pt x="2195645" y="677693"/>
                </a:lnTo>
                <a:lnTo>
                  <a:pt x="2351494" y="628304"/>
                </a:lnTo>
                <a:close/>
                <a:moveTo>
                  <a:pt x="3126014" y="406027"/>
                </a:moveTo>
                <a:lnTo>
                  <a:pt x="2711703" y="521867"/>
                </a:lnTo>
                <a:lnTo>
                  <a:pt x="2815366" y="491236"/>
                </a:lnTo>
                <a:close/>
                <a:moveTo>
                  <a:pt x="4282954" y="121962"/>
                </a:moveTo>
                <a:lnTo>
                  <a:pt x="3753989" y="243962"/>
                </a:lnTo>
                <a:lnTo>
                  <a:pt x="3226015" y="378597"/>
                </a:lnTo>
                <a:lnTo>
                  <a:pt x="3283029" y="362959"/>
                </a:lnTo>
                <a:cubicBezTo>
                  <a:pt x="3596047" y="280391"/>
                  <a:pt x="3911532" y="203743"/>
                  <a:pt x="4229358" y="133133"/>
                </a:cubicBezTo>
                <a:close/>
                <a:moveTo>
                  <a:pt x="4867214" y="184"/>
                </a:moveTo>
                <a:lnTo>
                  <a:pt x="4867428" y="668"/>
                </a:lnTo>
                <a:lnTo>
                  <a:pt x="4597058" y="56493"/>
                </a:lnTo>
                <a:close/>
                <a:moveTo>
                  <a:pt x="4868098" y="0"/>
                </a:moveTo>
                <a:lnTo>
                  <a:pt x="4868769" y="0"/>
                </a:lnTo>
                <a:cubicBezTo>
                  <a:pt x="4986280" y="255356"/>
                  <a:pt x="5108310" y="508544"/>
                  <a:pt x="5234609" y="759316"/>
                </a:cubicBezTo>
                <a:lnTo>
                  <a:pt x="5614319" y="1481790"/>
                </a:lnTo>
                <a:lnTo>
                  <a:pt x="5613653" y="1481790"/>
                </a:lnTo>
                <a:lnTo>
                  <a:pt x="962" y="1481790"/>
                </a:lnTo>
                <a:lnTo>
                  <a:pt x="535133" y="1263347"/>
                </a:lnTo>
                <a:lnTo>
                  <a:pt x="1042439" y="1070138"/>
                </a:lnTo>
                <a:lnTo>
                  <a:pt x="1042421" y="1070145"/>
                </a:lnTo>
                <a:lnTo>
                  <a:pt x="1058006" y="1064209"/>
                </a:lnTo>
                <a:lnTo>
                  <a:pt x="1116672" y="1043380"/>
                </a:lnTo>
                <a:lnTo>
                  <a:pt x="1116606" y="1043404"/>
                </a:lnTo>
                <a:lnTo>
                  <a:pt x="1540256" y="892990"/>
                </a:lnTo>
                <a:lnTo>
                  <a:pt x="1540234" y="892998"/>
                </a:lnTo>
                <a:lnTo>
                  <a:pt x="1586538" y="876558"/>
                </a:lnTo>
                <a:lnTo>
                  <a:pt x="1671706" y="848488"/>
                </a:lnTo>
                <a:lnTo>
                  <a:pt x="1671669" y="848500"/>
                </a:lnTo>
                <a:lnTo>
                  <a:pt x="2046888" y="724834"/>
                </a:lnTo>
                <a:lnTo>
                  <a:pt x="2046861" y="724842"/>
                </a:lnTo>
                <a:lnTo>
                  <a:pt x="2120565" y="700551"/>
                </a:lnTo>
                <a:lnTo>
                  <a:pt x="2195645" y="677693"/>
                </a:lnTo>
                <a:lnTo>
                  <a:pt x="2195620" y="677701"/>
                </a:lnTo>
                <a:lnTo>
                  <a:pt x="2568131" y="564291"/>
                </a:lnTo>
                <a:lnTo>
                  <a:pt x="2568097" y="564301"/>
                </a:lnTo>
                <a:lnTo>
                  <a:pt x="2659925" y="536344"/>
                </a:lnTo>
                <a:lnTo>
                  <a:pt x="2711703" y="521867"/>
                </a:lnTo>
                <a:lnTo>
                  <a:pt x="2711685" y="521872"/>
                </a:lnTo>
                <a:lnTo>
                  <a:pt x="3126067" y="406013"/>
                </a:lnTo>
                <a:lnTo>
                  <a:pt x="3126014" y="406027"/>
                </a:lnTo>
                <a:lnTo>
                  <a:pt x="3204454" y="384096"/>
                </a:lnTo>
                <a:lnTo>
                  <a:pt x="3226015" y="378597"/>
                </a:lnTo>
                <a:lnTo>
                  <a:pt x="3226002" y="378601"/>
                </a:lnTo>
                <a:lnTo>
                  <a:pt x="3753990" y="243962"/>
                </a:lnTo>
                <a:lnTo>
                  <a:pt x="4282964" y="121960"/>
                </a:lnTo>
                <a:lnTo>
                  <a:pt x="4282954" y="121962"/>
                </a:lnTo>
                <a:lnTo>
                  <a:pt x="4308369" y="116101"/>
                </a:lnTo>
                <a:lnTo>
                  <a:pt x="4597058" y="56493"/>
                </a:lnTo>
                <a:lnTo>
                  <a:pt x="4596952" y="56515"/>
                </a:lnTo>
                <a:lnTo>
                  <a:pt x="4867429" y="668"/>
                </a:lnTo>
                <a:lnTo>
                  <a:pt x="4867215" y="184"/>
                </a:lnTo>
                <a:close/>
              </a:path>
            </a:pathLst>
          </a:custGeom>
          <a:gradFill>
            <a:gsLst>
              <a:gs pos="0">
                <a:schemeClr val="accent2"/>
              </a:gs>
              <a:gs pos="100000">
                <a:schemeClr val="accent1"/>
              </a:gs>
            </a:gsLst>
            <a:lin ang="4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Presentation Title">
            <a:extLst>
              <a:ext uri="{FF2B5EF4-FFF2-40B4-BE49-F238E27FC236}">
                <a16:creationId xmlns:a16="http://schemas.microsoft.com/office/drawing/2014/main" id="{B509A14C-20AD-34D0-69C1-9763DE342938}"/>
              </a:ext>
            </a:extLst>
          </p:cNvPr>
          <p:cNvSpPr>
            <a:spLocks noGrp="1"/>
          </p:cNvSpPr>
          <p:nvPr>
            <p:ph type="body" sz="quarter" idx="11" hasCustomPrompt="1"/>
          </p:nvPr>
        </p:nvSpPr>
        <p:spPr>
          <a:xfrm>
            <a:off x="533399" y="1483505"/>
            <a:ext cx="6113947" cy="2509838"/>
          </a:xfrm>
        </p:spPr>
        <p:txBody>
          <a:bodyPr anchor="b">
            <a:noAutofit/>
          </a:bodyPr>
          <a:lstStyle>
            <a:lvl1pPr marL="0" indent="0">
              <a:lnSpc>
                <a:spcPct val="70000"/>
              </a:lnSpc>
              <a:spcBef>
                <a:spcPts val="0"/>
              </a:spcBef>
              <a:buNone/>
              <a:defRPr sz="3200" cap="all" baseline="0">
                <a:solidFill>
                  <a:schemeClr val="tx2"/>
                </a:solidFill>
                <a:latin typeface="Impact" panose="020B0806030902050204" pitchFamily="34" charset="0"/>
              </a:defRPr>
            </a:lvl1pPr>
            <a:lvl2pPr marL="274320" indent="0">
              <a:buNone/>
              <a:defRPr>
                <a:solidFill>
                  <a:schemeClr val="bg1"/>
                </a:solidFill>
              </a:defRPr>
            </a:lvl2pPr>
            <a:lvl3pPr marL="548640" indent="0">
              <a:buNone/>
              <a:defRPr>
                <a:solidFill>
                  <a:schemeClr val="bg1"/>
                </a:solidFill>
              </a:defRPr>
            </a:lvl3pPr>
            <a:lvl4pPr marL="822960" indent="0">
              <a:buNone/>
              <a:defRPr>
                <a:solidFill>
                  <a:schemeClr val="bg1"/>
                </a:solidFill>
              </a:defRPr>
            </a:lvl4pPr>
            <a:lvl5pPr marL="1097280" indent="0">
              <a:buNone/>
              <a:defRPr>
                <a:solidFill>
                  <a:schemeClr val="bg1"/>
                </a:solidFill>
              </a:defRPr>
            </a:lvl5pPr>
          </a:lstStyle>
          <a:p>
            <a:pPr marL="0" marR="0" lvl="0" indent="0" algn="l" defTabSz="914400" rtl="0" eaLnBrk="1" fontAlgn="auto" latinLnBrk="0" hangingPunct="1">
              <a:lnSpc>
                <a:spcPct val="90000"/>
              </a:lnSpc>
              <a:spcBef>
                <a:spcPts val="0"/>
              </a:spcBef>
              <a:spcAft>
                <a:spcPts val="0"/>
              </a:spcAft>
              <a:buClrTx/>
              <a:buSzTx/>
              <a:buFont typeface="Arial" panose="020B0604020202020204" pitchFamily="34" charset="0"/>
              <a:buNone/>
              <a:tabLst/>
              <a:defRPr/>
            </a:pPr>
            <a:r>
              <a:rPr lang="en-US" dirty="0"/>
              <a:t>TITLE</a:t>
            </a:r>
          </a:p>
        </p:txBody>
      </p:sp>
      <p:sp>
        <p:nvSpPr>
          <p:cNvPr id="24" name="Subtitle">
            <a:extLst>
              <a:ext uri="{FF2B5EF4-FFF2-40B4-BE49-F238E27FC236}">
                <a16:creationId xmlns:a16="http://schemas.microsoft.com/office/drawing/2014/main" id="{804CED23-F20C-005D-094D-ED7FBD058461}"/>
              </a:ext>
            </a:extLst>
          </p:cNvPr>
          <p:cNvSpPr>
            <a:spLocks noGrp="1"/>
          </p:cNvSpPr>
          <p:nvPr>
            <p:ph type="body" sz="quarter" idx="12" hasCustomPrompt="1"/>
          </p:nvPr>
        </p:nvSpPr>
        <p:spPr>
          <a:xfrm>
            <a:off x="533399" y="4125105"/>
            <a:ext cx="6113947" cy="874713"/>
          </a:xfrm>
        </p:spPr>
        <p:txBody>
          <a:bodyPr>
            <a:noAutofit/>
          </a:bodyPr>
          <a:lstStyle>
            <a:lvl1pPr marL="0" indent="0">
              <a:spcBef>
                <a:spcPts val="0"/>
              </a:spcBef>
              <a:buNone/>
              <a:defRPr sz="1400" b="0" i="0">
                <a:solidFill>
                  <a:schemeClr val="accent1"/>
                </a:solidFill>
                <a:latin typeface="Segoe UI Semibold" panose="020B0502040204020203" pitchFamily="34" charset="0"/>
                <a:cs typeface="Segoe UI Semibold" panose="020B0502040204020203" pitchFamily="34" charset="0"/>
              </a:defRPr>
            </a:lvl1pPr>
          </a:lstStyle>
          <a:p>
            <a:pPr lvl="0"/>
            <a:r>
              <a:rPr lang="en-US" dirty="0"/>
              <a:t>Insert Subtitle Here</a:t>
            </a:r>
          </a:p>
        </p:txBody>
      </p:sp>
      <p:sp>
        <p:nvSpPr>
          <p:cNvPr id="26" name="Date">
            <a:extLst>
              <a:ext uri="{FF2B5EF4-FFF2-40B4-BE49-F238E27FC236}">
                <a16:creationId xmlns:a16="http://schemas.microsoft.com/office/drawing/2014/main" id="{C88BF724-C00E-F332-73F6-84E8AF84750B}"/>
              </a:ext>
            </a:extLst>
          </p:cNvPr>
          <p:cNvSpPr>
            <a:spLocks noGrp="1"/>
          </p:cNvSpPr>
          <p:nvPr>
            <p:ph type="body" sz="quarter" idx="13" hasCustomPrompt="1"/>
          </p:nvPr>
        </p:nvSpPr>
        <p:spPr>
          <a:xfrm>
            <a:off x="533399" y="5903907"/>
            <a:ext cx="2522368" cy="420688"/>
          </a:xfrm>
        </p:spPr>
        <p:txBody>
          <a:bodyPr anchor="b">
            <a:noAutofit/>
          </a:bodyPr>
          <a:lstStyle>
            <a:lvl1pPr marL="0" indent="0" algn="l">
              <a:buFontTx/>
              <a:buNone/>
              <a:defRPr sz="1600">
                <a:solidFill>
                  <a:schemeClr val="tx1"/>
                </a:solidFill>
              </a:defRPr>
            </a:lvl1pPr>
          </a:lstStyle>
          <a:p>
            <a:pPr lvl="0"/>
            <a:r>
              <a:rPr lang="en-US" dirty="0"/>
              <a:t>Month year</a:t>
            </a:r>
          </a:p>
        </p:txBody>
      </p:sp>
      <p:pic>
        <p:nvPicPr>
          <p:cNvPr id="37" name="Solomon Logo" descr="A purple letter on a black background&#10;&#10;Description automatically generated">
            <a:extLst>
              <a:ext uri="{FF2B5EF4-FFF2-40B4-BE49-F238E27FC236}">
                <a16:creationId xmlns:a16="http://schemas.microsoft.com/office/drawing/2014/main" id="{3950D4AC-9060-D57B-B7EE-87D019B4F919}"/>
              </a:ext>
            </a:extLst>
          </p:cNvPr>
          <p:cNvPicPr>
            <a:picLocks noChangeAspect="1"/>
          </p:cNvPicPr>
          <p:nvPr userDrawn="1"/>
        </p:nvPicPr>
        <p:blipFill>
          <a:blip r:embed="rId3"/>
          <a:stretch>
            <a:fillRect/>
          </a:stretch>
        </p:blipFill>
        <p:spPr>
          <a:xfrm>
            <a:off x="533400" y="951201"/>
            <a:ext cx="2287927" cy="341811"/>
          </a:xfrm>
          <a:prstGeom prst="rect">
            <a:avLst/>
          </a:prstGeom>
        </p:spPr>
      </p:pic>
    </p:spTree>
    <p:extLst>
      <p:ext uri="{BB962C8B-B14F-4D97-AF65-F5344CB8AC3E}">
        <p14:creationId xmlns:p14="http://schemas.microsoft.com/office/powerpoint/2010/main" val="2448122993"/>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2" name="Do not remove" hidden="1">
            <a:extLst>
              <a:ext uri="{FF2B5EF4-FFF2-40B4-BE49-F238E27FC236}">
                <a16:creationId xmlns:a16="http://schemas.microsoft.com/office/drawing/2014/main" id="{51AB626C-B4CA-8225-95E3-7539B27083C6}"/>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rgbClr val="E3F7FC"/>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1450" indent="-171450" algn="l">
              <a:spcBef>
                <a:spcPts val="600"/>
              </a:spcBef>
              <a:spcAft>
                <a:spcPts val="300"/>
              </a:spcAft>
              <a:buClr>
                <a:schemeClr val="bg2"/>
              </a:buClr>
              <a:buFont typeface="Arial" panose="020B0604020202020204" pitchFamily="34" charset="0"/>
              <a:buChar char="•"/>
            </a:pPr>
            <a:endParaRPr lang="en-US" sz="1000" kern="1200" dirty="0" err="1">
              <a:solidFill>
                <a:schemeClr val="tx1"/>
              </a:solidFill>
              <a:latin typeface="+mn-lt"/>
              <a:ea typeface="+mn-ea"/>
              <a:cs typeface="+mn-cs"/>
            </a:endParaRPr>
          </a:p>
        </p:txBody>
      </p:sp>
      <p:sp>
        <p:nvSpPr>
          <p:cNvPr id="6" name="Content Placeholder">
            <a:extLst>
              <a:ext uri="{FF2B5EF4-FFF2-40B4-BE49-F238E27FC236}">
                <a16:creationId xmlns:a16="http://schemas.microsoft.com/office/drawing/2014/main" id="{0BE1CFBA-8CDC-7A4A-C0D4-B9BECC53641E}"/>
              </a:ext>
            </a:extLst>
          </p:cNvPr>
          <p:cNvSpPr>
            <a:spLocks noGrp="1"/>
          </p:cNvSpPr>
          <p:nvPr>
            <p:ph sz="quarter" idx="11"/>
          </p:nvPr>
        </p:nvSpPr>
        <p:spPr>
          <a:xfrm>
            <a:off x="533400" y="1295400"/>
            <a:ext cx="11125200" cy="5029200"/>
          </a:xfrm>
        </p:spPr>
        <p:txBody>
          <a:bodyPr>
            <a:no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Slide Title">
            <a:extLst>
              <a:ext uri="{FF2B5EF4-FFF2-40B4-BE49-F238E27FC236}">
                <a16:creationId xmlns:a16="http://schemas.microsoft.com/office/drawing/2014/main" id="{DB0EA611-301A-8118-1A99-824B67EEAFE3}"/>
              </a:ext>
            </a:extLst>
          </p:cNvPr>
          <p:cNvSpPr>
            <a:spLocks noGrp="1"/>
          </p:cNvSpPr>
          <p:nvPr>
            <p:ph type="title" hasCustomPrompt="1"/>
          </p:nvPr>
        </p:nvSpPr>
        <p:spPr/>
        <p:txBody>
          <a:bodyPr>
            <a:noAutofit/>
          </a:bodyPr>
          <a:lstStyle>
            <a:lvl1pPr>
              <a:defRPr b="0"/>
            </a:lvl1pPr>
          </a:lstStyle>
          <a:p>
            <a:r>
              <a:rPr lang="en-US" dirty="0"/>
              <a:t>Click to Add Title (Title Case)</a:t>
            </a:r>
          </a:p>
        </p:txBody>
      </p:sp>
      <p:sp>
        <p:nvSpPr>
          <p:cNvPr id="5" name="Slide Subheader">
            <a:extLst>
              <a:ext uri="{FF2B5EF4-FFF2-40B4-BE49-F238E27FC236}">
                <a16:creationId xmlns:a16="http://schemas.microsoft.com/office/drawing/2014/main" id="{F79EB3B8-BA9F-6A3B-7DD4-E9F6999034DD}"/>
              </a:ext>
            </a:extLst>
          </p:cNvPr>
          <p:cNvSpPr>
            <a:spLocks noGrp="1"/>
          </p:cNvSpPr>
          <p:nvPr>
            <p:ph type="body" sz="quarter" idx="13" hasCustomPrompt="1"/>
          </p:nvPr>
        </p:nvSpPr>
        <p:spPr>
          <a:xfrm>
            <a:off x="533400" y="853003"/>
            <a:ext cx="11125200" cy="363537"/>
          </a:xfrm>
        </p:spPr>
        <p:txBody>
          <a:bodyPr>
            <a:noAutofit/>
          </a:bodyPr>
          <a:lstStyle>
            <a:lvl1pPr marL="0" indent="0">
              <a:spcBef>
                <a:spcPts val="0"/>
              </a:spcBef>
              <a:buNone/>
              <a:defRPr sz="1400" spc="0" baseline="0">
                <a:solidFill>
                  <a:schemeClr val="bg2"/>
                </a:solidFill>
              </a:defRPr>
            </a:lvl1pPr>
            <a:lvl2pPr marL="182880" indent="0">
              <a:buNone/>
              <a:defRPr sz="1400"/>
            </a:lvl2pPr>
            <a:lvl3pPr marL="365760" indent="0">
              <a:buNone/>
              <a:defRPr sz="1400"/>
            </a:lvl3pPr>
            <a:lvl4pPr marL="548640" indent="0">
              <a:buNone/>
              <a:defRPr sz="1400"/>
            </a:lvl4pPr>
            <a:lvl5pPr marL="731520" indent="0">
              <a:buNone/>
              <a:defRPr sz="1400"/>
            </a:lvl5pPr>
          </a:lstStyle>
          <a:p>
            <a:pPr lvl="0"/>
            <a:r>
              <a:rPr lang="en-US" dirty="0"/>
              <a:t>Sub header (sentence case, no end punctuation)</a:t>
            </a:r>
          </a:p>
        </p:txBody>
      </p:sp>
      <p:sp>
        <p:nvSpPr>
          <p:cNvPr id="11" name="Slide Number Placeholder 55">
            <a:extLst>
              <a:ext uri="{FF2B5EF4-FFF2-40B4-BE49-F238E27FC236}">
                <a16:creationId xmlns:a16="http://schemas.microsoft.com/office/drawing/2014/main" id="{1206936F-6ED0-B779-3BC6-A709A9BBF814}"/>
              </a:ext>
            </a:extLst>
          </p:cNvPr>
          <p:cNvSpPr>
            <a:spLocks noGrp="1"/>
          </p:cNvSpPr>
          <p:nvPr>
            <p:ph type="sldNum" sz="quarter" idx="4"/>
          </p:nvPr>
        </p:nvSpPr>
        <p:spPr>
          <a:xfrm>
            <a:off x="11588480" y="6620041"/>
            <a:ext cx="242887" cy="153888"/>
          </a:xfrm>
          <a:prstGeom prst="rect">
            <a:avLst/>
          </a:prstGeom>
        </p:spPr>
        <p:txBody>
          <a:bodyPr vert="horz" lIns="0" tIns="0" rIns="0" bIns="0" rtlCol="0" anchor="ctr">
            <a:noAutofit/>
          </a:bodyPr>
          <a:lstStyle>
            <a:lvl1pPr algn="l">
              <a:defRPr sz="800" b="1">
                <a:solidFill>
                  <a:schemeClr val="accent1"/>
                </a:solidFill>
                <a:latin typeface="Segoe UI Semibold" panose="020B0702040204020203" pitchFamily="34" charset="0"/>
                <a:cs typeface="Segoe UI Semibold" panose="020B0702040204020203" pitchFamily="34" charset="0"/>
              </a:defRPr>
            </a:lvl1pPr>
          </a:lstStyle>
          <a:p>
            <a:fld id="{951EC00E-BB64-4A41-A445-8289ACCE6AEC}" type="slidenum">
              <a:rPr lang="en-US" smtClean="0"/>
              <a:pPr/>
              <a:t>‹#›</a:t>
            </a:fld>
            <a:endParaRPr lang="en-US" dirty="0"/>
          </a:p>
        </p:txBody>
      </p:sp>
      <p:sp>
        <p:nvSpPr>
          <p:cNvPr id="9" name="Footnotes Placeholder">
            <a:extLst>
              <a:ext uri="{FF2B5EF4-FFF2-40B4-BE49-F238E27FC236}">
                <a16:creationId xmlns:a16="http://schemas.microsoft.com/office/drawing/2014/main" id="{ABBC38B2-C4A0-C2B4-8E26-38C080FD3F05}"/>
              </a:ext>
            </a:extLst>
          </p:cNvPr>
          <p:cNvSpPr>
            <a:spLocks noGrp="1"/>
          </p:cNvSpPr>
          <p:nvPr>
            <p:ph type="body" sz="quarter" idx="48" hasCustomPrompt="1"/>
          </p:nvPr>
        </p:nvSpPr>
        <p:spPr>
          <a:xfrm>
            <a:off x="1552896" y="6394338"/>
            <a:ext cx="8741721" cy="320040"/>
          </a:xfrm>
        </p:spPr>
        <p:txBody>
          <a:bodyPr anchor="b" anchorCtr="0">
            <a:noAutofit/>
          </a:bodyPr>
          <a:lstStyle>
            <a:lvl1pPr marL="137160" indent="-137160">
              <a:lnSpc>
                <a:spcPct val="90000"/>
              </a:lnSpc>
              <a:spcBef>
                <a:spcPts val="0"/>
              </a:spcBef>
              <a:spcAft>
                <a:spcPts val="0"/>
              </a:spcAft>
              <a:buClr>
                <a:schemeClr val="tx1"/>
              </a:buClr>
              <a:buFont typeface="+mj-lt"/>
              <a:buAutoNum type="arabicPeriod"/>
              <a:tabLst/>
              <a:defRPr sz="700"/>
            </a:lvl1pPr>
            <a:lvl2pPr marL="150884" indent="0">
              <a:buFontTx/>
              <a:buNone/>
              <a:defRPr/>
            </a:lvl2pPr>
            <a:lvl3pPr marL="328395" indent="0">
              <a:buFontTx/>
              <a:buNone/>
              <a:defRPr/>
            </a:lvl3pPr>
            <a:lvl4pPr marL="505906" indent="0">
              <a:buFontTx/>
              <a:buNone/>
              <a:defRPr/>
            </a:lvl4pPr>
            <a:lvl5pPr marL="683416" indent="0">
              <a:buFontTx/>
              <a:buNone/>
              <a:defRPr/>
            </a:lvl5pPr>
          </a:lstStyle>
          <a:p>
            <a:pPr lvl="0"/>
            <a:r>
              <a:rPr lang="en-US" dirty="0"/>
              <a:t>Footnotes</a:t>
            </a:r>
          </a:p>
        </p:txBody>
      </p:sp>
    </p:spTree>
    <p:extLst>
      <p:ext uri="{BB962C8B-B14F-4D97-AF65-F5344CB8AC3E}">
        <p14:creationId xmlns:p14="http://schemas.microsoft.com/office/powerpoint/2010/main" val="558984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5" name="Do not remove" hidden="1">
            <a:extLst>
              <a:ext uri="{FF2B5EF4-FFF2-40B4-BE49-F238E27FC236}">
                <a16:creationId xmlns:a16="http://schemas.microsoft.com/office/drawing/2014/main" id="{BC88B8BF-9E89-FD1E-9B49-96BBFD41B767}"/>
              </a:ext>
            </a:extLst>
          </p:cNvPr>
          <p:cNvSpPr/>
          <p:nvPr userDrawn="1">
            <p:custDataLst>
              <p:tags r:id="rId1"/>
            </p:custDataLst>
          </p:nvPr>
        </p:nvSpPr>
        <p:spPr>
          <a:xfrm>
            <a:off x="0" y="0"/>
            <a:ext cx="12700" cy="12700"/>
          </a:xfrm>
          <a:prstGeom prst="octagon">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lide Title">
            <a:extLst>
              <a:ext uri="{FF2B5EF4-FFF2-40B4-BE49-F238E27FC236}">
                <a16:creationId xmlns:a16="http://schemas.microsoft.com/office/drawing/2014/main" id="{B3168A4C-DA74-D3D9-6A5C-57B34CB6B9F5}"/>
              </a:ext>
            </a:extLst>
          </p:cNvPr>
          <p:cNvSpPr>
            <a:spLocks noGrp="1"/>
          </p:cNvSpPr>
          <p:nvPr>
            <p:ph type="title" hasCustomPrompt="1"/>
          </p:nvPr>
        </p:nvSpPr>
        <p:spPr/>
        <p:txBody>
          <a:bodyPr>
            <a:noAutofit/>
          </a:bodyPr>
          <a:lstStyle/>
          <a:p>
            <a:r>
              <a:rPr lang="en-US" dirty="0"/>
              <a:t>Click to Add Title (Title Case)</a:t>
            </a:r>
          </a:p>
        </p:txBody>
      </p:sp>
      <p:sp>
        <p:nvSpPr>
          <p:cNvPr id="6" name="Content Placeholder Left">
            <a:extLst>
              <a:ext uri="{FF2B5EF4-FFF2-40B4-BE49-F238E27FC236}">
                <a16:creationId xmlns:a16="http://schemas.microsoft.com/office/drawing/2014/main" id="{0BE1CFBA-8CDC-7A4A-C0D4-B9BECC53641E}"/>
              </a:ext>
            </a:extLst>
          </p:cNvPr>
          <p:cNvSpPr>
            <a:spLocks noGrp="1"/>
          </p:cNvSpPr>
          <p:nvPr>
            <p:ph sz="quarter" idx="11"/>
          </p:nvPr>
        </p:nvSpPr>
        <p:spPr>
          <a:xfrm>
            <a:off x="533400" y="1663468"/>
            <a:ext cx="5437632" cy="4661132"/>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Right">
            <a:extLst>
              <a:ext uri="{FF2B5EF4-FFF2-40B4-BE49-F238E27FC236}">
                <a16:creationId xmlns:a16="http://schemas.microsoft.com/office/drawing/2014/main" id="{BC4F69A9-0C7F-6484-0DBE-1B29A873707D}"/>
              </a:ext>
            </a:extLst>
          </p:cNvPr>
          <p:cNvSpPr>
            <a:spLocks noGrp="1"/>
          </p:cNvSpPr>
          <p:nvPr>
            <p:ph sz="quarter" idx="12"/>
          </p:nvPr>
        </p:nvSpPr>
        <p:spPr>
          <a:xfrm>
            <a:off x="6220968" y="1663468"/>
            <a:ext cx="5437632" cy="4661132"/>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Slide Subheader">
            <a:extLst>
              <a:ext uri="{FF2B5EF4-FFF2-40B4-BE49-F238E27FC236}">
                <a16:creationId xmlns:a16="http://schemas.microsoft.com/office/drawing/2014/main" id="{2B244D72-F105-3077-FB87-F4E9630059BC}"/>
              </a:ext>
            </a:extLst>
          </p:cNvPr>
          <p:cNvSpPr>
            <a:spLocks noGrp="1"/>
          </p:cNvSpPr>
          <p:nvPr>
            <p:ph type="body" sz="quarter" idx="18" hasCustomPrompt="1"/>
          </p:nvPr>
        </p:nvSpPr>
        <p:spPr>
          <a:xfrm>
            <a:off x="533400" y="853003"/>
            <a:ext cx="11125200" cy="363537"/>
          </a:xfrm>
        </p:spPr>
        <p:txBody>
          <a:bodyPr>
            <a:noAutofit/>
          </a:bodyPr>
          <a:lstStyle>
            <a:lvl1pPr marL="0" indent="0">
              <a:spcBef>
                <a:spcPts val="0"/>
              </a:spcBef>
              <a:buNone/>
              <a:defRPr sz="1400" b="0" spc="0" baseline="0">
                <a:solidFill>
                  <a:schemeClr val="bg2"/>
                </a:solidFill>
              </a:defRPr>
            </a:lvl1pPr>
            <a:lvl2pPr marL="182880" indent="0">
              <a:buNone/>
              <a:defRPr sz="1400"/>
            </a:lvl2pPr>
            <a:lvl3pPr marL="365760" indent="0">
              <a:buNone/>
              <a:defRPr sz="1400"/>
            </a:lvl3pPr>
            <a:lvl4pPr marL="548640" indent="0">
              <a:buNone/>
              <a:defRPr sz="1400"/>
            </a:lvl4pPr>
            <a:lvl5pPr marL="731520" indent="0">
              <a:buNone/>
              <a:defRPr sz="1400"/>
            </a:lvl5pPr>
          </a:lstStyle>
          <a:p>
            <a:pPr lvl="0"/>
            <a:r>
              <a:rPr lang="en-US" dirty="0"/>
              <a:t>Sub header (sentence case, no end punctuation)</a:t>
            </a:r>
          </a:p>
        </p:txBody>
      </p:sp>
      <p:sp>
        <p:nvSpPr>
          <p:cNvPr id="12" name="Slide Number Placeholder 11">
            <a:extLst>
              <a:ext uri="{FF2B5EF4-FFF2-40B4-BE49-F238E27FC236}">
                <a16:creationId xmlns:a16="http://schemas.microsoft.com/office/drawing/2014/main" id="{5CAC43C6-6777-DA58-123D-14A5D2B4A7FD}"/>
              </a:ext>
            </a:extLst>
          </p:cNvPr>
          <p:cNvSpPr>
            <a:spLocks noGrp="1"/>
          </p:cNvSpPr>
          <p:nvPr>
            <p:ph type="sldNum" sz="quarter" idx="23"/>
          </p:nvPr>
        </p:nvSpPr>
        <p:spPr/>
        <p:txBody>
          <a:bodyPr>
            <a:noAutofit/>
          </a:bodyPr>
          <a:lstStyle>
            <a:lvl1pPr algn="l">
              <a:defRPr/>
            </a:lvl1pPr>
          </a:lstStyle>
          <a:p>
            <a:fld id="{951EC00E-BB64-4A41-A445-8289ACCE6AEC}" type="slidenum">
              <a:rPr lang="en-US" smtClean="0"/>
              <a:pPr/>
              <a:t>‹#›</a:t>
            </a:fld>
            <a:endParaRPr lang="en-US" dirty="0"/>
          </a:p>
        </p:txBody>
      </p:sp>
      <p:sp>
        <p:nvSpPr>
          <p:cNvPr id="13" name="Content Header Left">
            <a:extLst>
              <a:ext uri="{FF2B5EF4-FFF2-40B4-BE49-F238E27FC236}">
                <a16:creationId xmlns:a16="http://schemas.microsoft.com/office/drawing/2014/main" id="{AC7743B8-2180-0E4E-5C2C-4472236FE001}"/>
              </a:ext>
            </a:extLst>
          </p:cNvPr>
          <p:cNvSpPr>
            <a:spLocks noGrp="1"/>
          </p:cNvSpPr>
          <p:nvPr>
            <p:ph type="body" sz="quarter" idx="21" hasCustomPrompt="1"/>
          </p:nvPr>
        </p:nvSpPr>
        <p:spPr>
          <a:xfrm>
            <a:off x="533398" y="1298016"/>
            <a:ext cx="5440680" cy="9144"/>
          </a:xfrm>
          <a:solidFill>
            <a:schemeClr val="bg2"/>
          </a:solidFill>
        </p:spPr>
        <p:txBody>
          <a:bodyPr tIns="137160">
            <a:noAutofit/>
          </a:bodyPr>
          <a:lstStyle>
            <a:lvl1pPr marL="0" indent="0">
              <a:spcBef>
                <a:spcPts val="0"/>
              </a:spcBef>
              <a:buNone/>
              <a:defRPr sz="1400" spc="0" baseline="0">
                <a:solidFill>
                  <a:schemeClr val="tx2"/>
                </a:solidFill>
              </a:defRPr>
            </a:lvl1pPr>
            <a:lvl2pPr marL="182880" indent="0">
              <a:buNone/>
              <a:defRPr sz="1400"/>
            </a:lvl2pPr>
            <a:lvl3pPr marL="365760" indent="0">
              <a:buNone/>
              <a:defRPr sz="1400"/>
            </a:lvl3pPr>
            <a:lvl4pPr marL="548640" indent="0">
              <a:buNone/>
              <a:defRPr sz="1400"/>
            </a:lvl4pPr>
            <a:lvl5pPr marL="731520" indent="0">
              <a:buNone/>
              <a:defRPr sz="1400"/>
            </a:lvl5pPr>
          </a:lstStyle>
          <a:p>
            <a:pPr lvl="0"/>
            <a:r>
              <a:rPr lang="en-US" dirty="0"/>
              <a:t>Title</a:t>
            </a:r>
          </a:p>
        </p:txBody>
      </p:sp>
      <p:sp>
        <p:nvSpPr>
          <p:cNvPr id="15" name="Content Header Right">
            <a:extLst>
              <a:ext uri="{FF2B5EF4-FFF2-40B4-BE49-F238E27FC236}">
                <a16:creationId xmlns:a16="http://schemas.microsoft.com/office/drawing/2014/main" id="{7C13C052-C206-05D3-F5D7-AA66E36250DD}"/>
              </a:ext>
            </a:extLst>
          </p:cNvPr>
          <p:cNvSpPr>
            <a:spLocks noGrp="1"/>
          </p:cNvSpPr>
          <p:nvPr>
            <p:ph type="body" sz="quarter" idx="22" hasCustomPrompt="1"/>
          </p:nvPr>
        </p:nvSpPr>
        <p:spPr>
          <a:xfrm>
            <a:off x="6220968" y="1298016"/>
            <a:ext cx="5440680" cy="9144"/>
          </a:xfrm>
          <a:solidFill>
            <a:schemeClr val="bg2"/>
          </a:solidFill>
        </p:spPr>
        <p:txBody>
          <a:bodyPr tIns="137160">
            <a:noAutofit/>
          </a:bodyPr>
          <a:lstStyle>
            <a:lvl1pPr marL="0" indent="0">
              <a:spcBef>
                <a:spcPts val="0"/>
              </a:spcBef>
              <a:buNone/>
              <a:defRPr sz="1400" spc="0" baseline="0">
                <a:solidFill>
                  <a:schemeClr val="tx2"/>
                </a:solidFill>
              </a:defRPr>
            </a:lvl1pPr>
            <a:lvl2pPr marL="182880" indent="0">
              <a:buNone/>
              <a:defRPr sz="1400"/>
            </a:lvl2pPr>
            <a:lvl3pPr marL="365760" indent="0">
              <a:buNone/>
              <a:defRPr sz="1400"/>
            </a:lvl3pPr>
            <a:lvl4pPr marL="548640" indent="0">
              <a:buNone/>
              <a:defRPr sz="1400"/>
            </a:lvl4pPr>
            <a:lvl5pPr marL="731520" indent="0">
              <a:buNone/>
              <a:defRPr sz="1400"/>
            </a:lvl5pPr>
          </a:lstStyle>
          <a:p>
            <a:pPr lvl="0"/>
            <a:r>
              <a:rPr lang="en-US"/>
              <a:t>Title</a:t>
            </a:r>
          </a:p>
        </p:txBody>
      </p:sp>
      <p:sp>
        <p:nvSpPr>
          <p:cNvPr id="14" name="Footnotes Placeholder">
            <a:extLst>
              <a:ext uri="{FF2B5EF4-FFF2-40B4-BE49-F238E27FC236}">
                <a16:creationId xmlns:a16="http://schemas.microsoft.com/office/drawing/2014/main" id="{05826F44-35E5-DC99-B5DB-154F823154F6}"/>
              </a:ext>
            </a:extLst>
          </p:cNvPr>
          <p:cNvSpPr>
            <a:spLocks noGrp="1"/>
          </p:cNvSpPr>
          <p:nvPr>
            <p:ph type="body" sz="quarter" idx="48" hasCustomPrompt="1"/>
          </p:nvPr>
        </p:nvSpPr>
        <p:spPr>
          <a:xfrm>
            <a:off x="1552896" y="6394338"/>
            <a:ext cx="8741721" cy="320040"/>
          </a:xfrm>
        </p:spPr>
        <p:txBody>
          <a:bodyPr anchor="b" anchorCtr="0">
            <a:noAutofit/>
          </a:bodyPr>
          <a:lstStyle>
            <a:lvl1pPr marL="137160" indent="-137160">
              <a:lnSpc>
                <a:spcPct val="90000"/>
              </a:lnSpc>
              <a:spcBef>
                <a:spcPts val="0"/>
              </a:spcBef>
              <a:spcAft>
                <a:spcPts val="0"/>
              </a:spcAft>
              <a:buClr>
                <a:schemeClr val="tx1"/>
              </a:buClr>
              <a:buFont typeface="+mj-lt"/>
              <a:buAutoNum type="arabicPeriod"/>
              <a:tabLst/>
              <a:defRPr sz="700"/>
            </a:lvl1pPr>
            <a:lvl2pPr marL="150884" indent="0">
              <a:buFontTx/>
              <a:buNone/>
              <a:defRPr/>
            </a:lvl2pPr>
            <a:lvl3pPr marL="328395" indent="0">
              <a:buFontTx/>
              <a:buNone/>
              <a:defRPr/>
            </a:lvl3pPr>
            <a:lvl4pPr marL="505906" indent="0">
              <a:buFontTx/>
              <a:buNone/>
              <a:defRPr/>
            </a:lvl4pPr>
            <a:lvl5pPr marL="683416" indent="0">
              <a:buFontTx/>
              <a:buNone/>
              <a:defRPr/>
            </a:lvl5pPr>
          </a:lstStyle>
          <a:p>
            <a:pPr lvl="0"/>
            <a:r>
              <a:rPr lang="en-US" dirty="0"/>
              <a:t>Footnotes</a:t>
            </a:r>
          </a:p>
        </p:txBody>
      </p:sp>
    </p:spTree>
    <p:extLst>
      <p:ext uri="{BB962C8B-B14F-4D97-AF65-F5344CB8AC3E}">
        <p14:creationId xmlns:p14="http://schemas.microsoft.com/office/powerpoint/2010/main" val="33354216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hree Column">
    <p:spTree>
      <p:nvGrpSpPr>
        <p:cNvPr id="1" name=""/>
        <p:cNvGrpSpPr/>
        <p:nvPr/>
      </p:nvGrpSpPr>
      <p:grpSpPr>
        <a:xfrm>
          <a:off x="0" y="0"/>
          <a:ext cx="0" cy="0"/>
          <a:chOff x="0" y="0"/>
          <a:chExt cx="0" cy="0"/>
        </a:xfrm>
      </p:grpSpPr>
      <p:sp>
        <p:nvSpPr>
          <p:cNvPr id="7" name="Do not remove" hidden="1">
            <a:extLst>
              <a:ext uri="{FF2B5EF4-FFF2-40B4-BE49-F238E27FC236}">
                <a16:creationId xmlns:a16="http://schemas.microsoft.com/office/drawing/2014/main" id="{E37D48C9-4A72-5BF7-EA29-EF7DEEFD7653}"/>
              </a:ext>
            </a:extLst>
          </p:cNvPr>
          <p:cNvSpPr/>
          <p:nvPr userDrawn="1">
            <p:custDataLst>
              <p:tags r:id="rId1"/>
            </p:custDataLst>
          </p:nvPr>
        </p:nvSpPr>
        <p:spPr>
          <a:xfrm>
            <a:off x="0" y="0"/>
            <a:ext cx="12700" cy="12700"/>
          </a:xfrm>
          <a:prstGeom prst="octagon">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Content Header Center">
            <a:extLst>
              <a:ext uri="{FF2B5EF4-FFF2-40B4-BE49-F238E27FC236}">
                <a16:creationId xmlns:a16="http://schemas.microsoft.com/office/drawing/2014/main" id="{7AD42224-F698-72F7-9CC6-15EF26C5ACC7}"/>
              </a:ext>
            </a:extLst>
          </p:cNvPr>
          <p:cNvSpPr>
            <a:spLocks noGrp="1"/>
          </p:cNvSpPr>
          <p:nvPr>
            <p:ph type="body" sz="quarter" idx="22" hasCustomPrompt="1"/>
          </p:nvPr>
        </p:nvSpPr>
        <p:spPr>
          <a:xfrm>
            <a:off x="4335780" y="1298298"/>
            <a:ext cx="3520440" cy="9144"/>
          </a:xfrm>
          <a:solidFill>
            <a:schemeClr val="bg2"/>
          </a:solidFill>
        </p:spPr>
        <p:txBody>
          <a:bodyPr tIns="137160">
            <a:noAutofit/>
          </a:bodyPr>
          <a:lstStyle>
            <a:lvl1pPr marL="0" indent="0">
              <a:spcBef>
                <a:spcPts val="0"/>
              </a:spcBef>
              <a:buNone/>
              <a:defRPr sz="1400" spc="0" baseline="0">
                <a:solidFill>
                  <a:schemeClr val="tx2"/>
                </a:solidFill>
              </a:defRPr>
            </a:lvl1pPr>
            <a:lvl2pPr marL="182880" indent="0">
              <a:buNone/>
              <a:defRPr sz="1400"/>
            </a:lvl2pPr>
            <a:lvl3pPr marL="365760" indent="0">
              <a:buNone/>
              <a:defRPr sz="1400"/>
            </a:lvl3pPr>
            <a:lvl4pPr marL="548640" indent="0">
              <a:buNone/>
              <a:defRPr sz="1400"/>
            </a:lvl4pPr>
            <a:lvl5pPr marL="731520" indent="0">
              <a:buNone/>
              <a:defRPr sz="1400"/>
            </a:lvl5pPr>
          </a:lstStyle>
          <a:p>
            <a:pPr lvl="0"/>
            <a:r>
              <a:rPr lang="en-US" dirty="0"/>
              <a:t>Title</a:t>
            </a:r>
          </a:p>
        </p:txBody>
      </p:sp>
      <p:sp>
        <p:nvSpPr>
          <p:cNvPr id="25" name="Content Header Right">
            <a:extLst>
              <a:ext uri="{FF2B5EF4-FFF2-40B4-BE49-F238E27FC236}">
                <a16:creationId xmlns:a16="http://schemas.microsoft.com/office/drawing/2014/main" id="{47D8E864-FA02-3DB9-2FFF-C6F9693664DE}"/>
              </a:ext>
            </a:extLst>
          </p:cNvPr>
          <p:cNvSpPr>
            <a:spLocks noGrp="1"/>
          </p:cNvSpPr>
          <p:nvPr>
            <p:ph type="body" sz="quarter" idx="23" hasCustomPrompt="1"/>
          </p:nvPr>
        </p:nvSpPr>
        <p:spPr>
          <a:xfrm>
            <a:off x="8138160" y="1298298"/>
            <a:ext cx="3520440" cy="9144"/>
          </a:xfrm>
          <a:solidFill>
            <a:schemeClr val="bg2"/>
          </a:solidFill>
        </p:spPr>
        <p:txBody>
          <a:bodyPr tIns="137160">
            <a:noAutofit/>
          </a:bodyPr>
          <a:lstStyle>
            <a:lvl1pPr marL="0" indent="0">
              <a:spcBef>
                <a:spcPts val="0"/>
              </a:spcBef>
              <a:buNone/>
              <a:defRPr sz="1400" spc="0" baseline="0">
                <a:solidFill>
                  <a:schemeClr val="tx2"/>
                </a:solidFill>
              </a:defRPr>
            </a:lvl1pPr>
            <a:lvl2pPr marL="182880" indent="0">
              <a:buNone/>
              <a:defRPr sz="1400"/>
            </a:lvl2pPr>
            <a:lvl3pPr marL="365760" indent="0">
              <a:buNone/>
              <a:defRPr sz="1400"/>
            </a:lvl3pPr>
            <a:lvl4pPr marL="548640" indent="0">
              <a:buNone/>
              <a:defRPr sz="1400"/>
            </a:lvl4pPr>
            <a:lvl5pPr marL="731520" indent="0">
              <a:buNone/>
              <a:defRPr sz="1400"/>
            </a:lvl5pPr>
          </a:lstStyle>
          <a:p>
            <a:pPr lvl="0"/>
            <a:r>
              <a:rPr lang="en-US"/>
              <a:t>Title</a:t>
            </a:r>
          </a:p>
        </p:txBody>
      </p:sp>
      <p:sp>
        <p:nvSpPr>
          <p:cNvPr id="23" name="Content Header Left">
            <a:extLst>
              <a:ext uri="{FF2B5EF4-FFF2-40B4-BE49-F238E27FC236}">
                <a16:creationId xmlns:a16="http://schemas.microsoft.com/office/drawing/2014/main" id="{9B9026E6-05A3-E8B1-BF7E-E358B3971907}"/>
              </a:ext>
            </a:extLst>
          </p:cNvPr>
          <p:cNvSpPr>
            <a:spLocks noGrp="1"/>
          </p:cNvSpPr>
          <p:nvPr>
            <p:ph type="body" sz="quarter" idx="21" hasCustomPrompt="1"/>
          </p:nvPr>
        </p:nvSpPr>
        <p:spPr>
          <a:xfrm>
            <a:off x="533398" y="1298298"/>
            <a:ext cx="3520440" cy="9144"/>
          </a:xfrm>
          <a:solidFill>
            <a:schemeClr val="bg2"/>
          </a:solidFill>
        </p:spPr>
        <p:txBody>
          <a:bodyPr tIns="137160">
            <a:noAutofit/>
          </a:bodyPr>
          <a:lstStyle>
            <a:lvl1pPr marL="0" indent="0">
              <a:spcBef>
                <a:spcPts val="0"/>
              </a:spcBef>
              <a:buNone/>
              <a:defRPr sz="1400" spc="0" baseline="0">
                <a:solidFill>
                  <a:schemeClr val="tx2"/>
                </a:solidFill>
              </a:defRPr>
            </a:lvl1pPr>
            <a:lvl2pPr marL="182880" indent="0">
              <a:buNone/>
              <a:defRPr sz="1400"/>
            </a:lvl2pPr>
            <a:lvl3pPr marL="365760" indent="0">
              <a:buNone/>
              <a:defRPr sz="1400"/>
            </a:lvl3pPr>
            <a:lvl4pPr marL="548640" indent="0">
              <a:buNone/>
              <a:defRPr sz="1400"/>
            </a:lvl4pPr>
            <a:lvl5pPr marL="731520" indent="0">
              <a:buNone/>
              <a:defRPr sz="1400"/>
            </a:lvl5pPr>
          </a:lstStyle>
          <a:p>
            <a:pPr lvl="0"/>
            <a:r>
              <a:rPr lang="en-US" dirty="0"/>
              <a:t>Title</a:t>
            </a:r>
          </a:p>
        </p:txBody>
      </p:sp>
      <p:sp>
        <p:nvSpPr>
          <p:cNvPr id="2" name="Slide Title">
            <a:extLst>
              <a:ext uri="{FF2B5EF4-FFF2-40B4-BE49-F238E27FC236}">
                <a16:creationId xmlns:a16="http://schemas.microsoft.com/office/drawing/2014/main" id="{B3168A4C-DA74-D3D9-6A5C-57B34CB6B9F5}"/>
              </a:ext>
            </a:extLst>
          </p:cNvPr>
          <p:cNvSpPr>
            <a:spLocks noGrp="1"/>
          </p:cNvSpPr>
          <p:nvPr>
            <p:ph type="title" hasCustomPrompt="1"/>
          </p:nvPr>
        </p:nvSpPr>
        <p:spPr>
          <a:xfrm>
            <a:off x="533400" y="228602"/>
            <a:ext cx="11125200" cy="447004"/>
          </a:xfrm>
        </p:spPr>
        <p:txBody>
          <a:bodyPr>
            <a:noAutofit/>
          </a:bodyPr>
          <a:lstStyle/>
          <a:p>
            <a:r>
              <a:rPr lang="en-US" dirty="0"/>
              <a:t>Click to Add Title (Title Case)</a:t>
            </a:r>
          </a:p>
        </p:txBody>
      </p:sp>
      <p:sp>
        <p:nvSpPr>
          <p:cNvPr id="6" name="Content Placeholder Left">
            <a:extLst>
              <a:ext uri="{FF2B5EF4-FFF2-40B4-BE49-F238E27FC236}">
                <a16:creationId xmlns:a16="http://schemas.microsoft.com/office/drawing/2014/main" id="{0BE1CFBA-8CDC-7A4A-C0D4-B9BECC53641E}"/>
              </a:ext>
            </a:extLst>
          </p:cNvPr>
          <p:cNvSpPr>
            <a:spLocks noGrp="1"/>
          </p:cNvSpPr>
          <p:nvPr>
            <p:ph sz="quarter" idx="11"/>
          </p:nvPr>
        </p:nvSpPr>
        <p:spPr>
          <a:xfrm>
            <a:off x="533399" y="1663468"/>
            <a:ext cx="3520440" cy="4652008"/>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Slide Subheader">
            <a:extLst>
              <a:ext uri="{FF2B5EF4-FFF2-40B4-BE49-F238E27FC236}">
                <a16:creationId xmlns:a16="http://schemas.microsoft.com/office/drawing/2014/main" id="{2B244D72-F105-3077-FB87-F4E9630059BC}"/>
              </a:ext>
            </a:extLst>
          </p:cNvPr>
          <p:cNvSpPr>
            <a:spLocks noGrp="1"/>
          </p:cNvSpPr>
          <p:nvPr>
            <p:ph type="body" sz="quarter" idx="18" hasCustomPrompt="1"/>
          </p:nvPr>
        </p:nvSpPr>
        <p:spPr>
          <a:xfrm>
            <a:off x="533400" y="853003"/>
            <a:ext cx="11125200" cy="363537"/>
          </a:xfrm>
        </p:spPr>
        <p:txBody>
          <a:bodyPr>
            <a:noAutofit/>
          </a:bodyPr>
          <a:lstStyle>
            <a:lvl1pPr marL="0" indent="0">
              <a:spcBef>
                <a:spcPts val="0"/>
              </a:spcBef>
              <a:buNone/>
              <a:defRPr sz="1400" spc="0" baseline="0">
                <a:solidFill>
                  <a:schemeClr val="bg2"/>
                </a:solidFill>
              </a:defRPr>
            </a:lvl1pPr>
            <a:lvl2pPr marL="182880" indent="0">
              <a:buNone/>
              <a:defRPr sz="1400"/>
            </a:lvl2pPr>
            <a:lvl3pPr marL="365760" indent="0">
              <a:buNone/>
              <a:defRPr sz="1400"/>
            </a:lvl3pPr>
            <a:lvl4pPr marL="548640" indent="0">
              <a:buNone/>
              <a:defRPr sz="1400"/>
            </a:lvl4pPr>
            <a:lvl5pPr marL="731520" indent="0">
              <a:buNone/>
              <a:defRPr sz="1400"/>
            </a:lvl5pPr>
          </a:lstStyle>
          <a:p>
            <a:pPr lvl="0"/>
            <a:r>
              <a:rPr lang="en-US" dirty="0"/>
              <a:t>Sub header (sentence case, no end punctuation)</a:t>
            </a:r>
          </a:p>
        </p:txBody>
      </p:sp>
      <p:sp>
        <p:nvSpPr>
          <p:cNvPr id="14" name="Content Placeholder Center">
            <a:extLst>
              <a:ext uri="{FF2B5EF4-FFF2-40B4-BE49-F238E27FC236}">
                <a16:creationId xmlns:a16="http://schemas.microsoft.com/office/drawing/2014/main" id="{2B61ADB7-FA88-C4EB-2E96-9305C69B0811}"/>
              </a:ext>
            </a:extLst>
          </p:cNvPr>
          <p:cNvSpPr>
            <a:spLocks noGrp="1"/>
          </p:cNvSpPr>
          <p:nvPr>
            <p:ph sz="quarter" idx="19"/>
          </p:nvPr>
        </p:nvSpPr>
        <p:spPr>
          <a:xfrm>
            <a:off x="4335780" y="1663468"/>
            <a:ext cx="3520440" cy="4652008"/>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ontent Placeholder Right">
            <a:extLst>
              <a:ext uri="{FF2B5EF4-FFF2-40B4-BE49-F238E27FC236}">
                <a16:creationId xmlns:a16="http://schemas.microsoft.com/office/drawing/2014/main" id="{BE3D9D26-F44C-5047-C99C-74FC3AF0F839}"/>
              </a:ext>
            </a:extLst>
          </p:cNvPr>
          <p:cNvSpPr>
            <a:spLocks noGrp="1"/>
          </p:cNvSpPr>
          <p:nvPr>
            <p:ph sz="quarter" idx="20"/>
          </p:nvPr>
        </p:nvSpPr>
        <p:spPr>
          <a:xfrm>
            <a:off x="8138160" y="1663468"/>
            <a:ext cx="3520440" cy="4652008"/>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8">
            <a:extLst>
              <a:ext uri="{FF2B5EF4-FFF2-40B4-BE49-F238E27FC236}">
                <a16:creationId xmlns:a16="http://schemas.microsoft.com/office/drawing/2014/main" id="{B7C8D9DD-9F52-ECC3-9DAD-E31FBA2DF07C}"/>
              </a:ext>
            </a:extLst>
          </p:cNvPr>
          <p:cNvSpPr>
            <a:spLocks noGrp="1"/>
          </p:cNvSpPr>
          <p:nvPr>
            <p:ph type="sldNum" sz="quarter" idx="25"/>
          </p:nvPr>
        </p:nvSpPr>
        <p:spPr/>
        <p:txBody>
          <a:bodyPr>
            <a:noAutofit/>
          </a:bodyPr>
          <a:lstStyle>
            <a:lvl1pPr algn="l">
              <a:defRPr/>
            </a:lvl1pPr>
          </a:lstStyle>
          <a:p>
            <a:fld id="{951EC00E-BB64-4A41-A445-8289ACCE6AEC}" type="slidenum">
              <a:rPr lang="en-US" smtClean="0"/>
              <a:pPr/>
              <a:t>‹#›</a:t>
            </a:fld>
            <a:endParaRPr lang="en-US" dirty="0"/>
          </a:p>
        </p:txBody>
      </p:sp>
      <p:sp>
        <p:nvSpPr>
          <p:cNvPr id="13" name="Footnotes Placeholder">
            <a:extLst>
              <a:ext uri="{FF2B5EF4-FFF2-40B4-BE49-F238E27FC236}">
                <a16:creationId xmlns:a16="http://schemas.microsoft.com/office/drawing/2014/main" id="{7FC10A8A-F3C7-3FE8-CACA-D71D2DC8B0FF}"/>
              </a:ext>
            </a:extLst>
          </p:cNvPr>
          <p:cNvSpPr>
            <a:spLocks noGrp="1"/>
          </p:cNvSpPr>
          <p:nvPr>
            <p:ph type="body" sz="quarter" idx="48" hasCustomPrompt="1"/>
          </p:nvPr>
        </p:nvSpPr>
        <p:spPr>
          <a:xfrm>
            <a:off x="1552896" y="6394338"/>
            <a:ext cx="8741721" cy="320040"/>
          </a:xfrm>
        </p:spPr>
        <p:txBody>
          <a:bodyPr anchor="b" anchorCtr="0">
            <a:noAutofit/>
          </a:bodyPr>
          <a:lstStyle>
            <a:lvl1pPr marL="137160" indent="-137160">
              <a:lnSpc>
                <a:spcPct val="90000"/>
              </a:lnSpc>
              <a:spcBef>
                <a:spcPts val="0"/>
              </a:spcBef>
              <a:spcAft>
                <a:spcPts val="0"/>
              </a:spcAft>
              <a:buClr>
                <a:schemeClr val="tx1"/>
              </a:buClr>
              <a:buFont typeface="+mj-lt"/>
              <a:buAutoNum type="arabicPeriod"/>
              <a:tabLst/>
              <a:defRPr sz="700"/>
            </a:lvl1pPr>
            <a:lvl2pPr marL="150884" indent="0">
              <a:buFontTx/>
              <a:buNone/>
              <a:defRPr/>
            </a:lvl2pPr>
            <a:lvl3pPr marL="328395" indent="0">
              <a:buFontTx/>
              <a:buNone/>
              <a:defRPr/>
            </a:lvl3pPr>
            <a:lvl4pPr marL="505906" indent="0">
              <a:buFontTx/>
              <a:buNone/>
              <a:defRPr/>
            </a:lvl4pPr>
            <a:lvl5pPr marL="683416" indent="0">
              <a:buFontTx/>
              <a:buNone/>
              <a:defRPr/>
            </a:lvl5pPr>
          </a:lstStyle>
          <a:p>
            <a:pPr lvl="0"/>
            <a:r>
              <a:rPr lang="en-US" dirty="0"/>
              <a:t>Footnotes</a:t>
            </a:r>
          </a:p>
        </p:txBody>
      </p:sp>
    </p:spTree>
    <p:extLst>
      <p:ext uri="{BB962C8B-B14F-4D97-AF65-F5344CB8AC3E}">
        <p14:creationId xmlns:p14="http://schemas.microsoft.com/office/powerpoint/2010/main" val="39828265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Four Content - Grid">
    <p:spTree>
      <p:nvGrpSpPr>
        <p:cNvPr id="1" name=""/>
        <p:cNvGrpSpPr/>
        <p:nvPr/>
      </p:nvGrpSpPr>
      <p:grpSpPr>
        <a:xfrm>
          <a:off x="0" y="0"/>
          <a:ext cx="0" cy="0"/>
          <a:chOff x="0" y="0"/>
          <a:chExt cx="0" cy="0"/>
        </a:xfrm>
      </p:grpSpPr>
      <p:sp>
        <p:nvSpPr>
          <p:cNvPr id="5" name="Do not remove" hidden="1">
            <a:extLst>
              <a:ext uri="{FF2B5EF4-FFF2-40B4-BE49-F238E27FC236}">
                <a16:creationId xmlns:a16="http://schemas.microsoft.com/office/drawing/2014/main" id="{BC88B8BF-9E89-FD1E-9B49-96BBFD41B767}"/>
              </a:ext>
            </a:extLst>
          </p:cNvPr>
          <p:cNvSpPr/>
          <p:nvPr userDrawn="1">
            <p:custDataLst>
              <p:tags r:id="rId1"/>
            </p:custDataLst>
          </p:nvPr>
        </p:nvSpPr>
        <p:spPr>
          <a:xfrm>
            <a:off x="0" y="0"/>
            <a:ext cx="12700" cy="12700"/>
          </a:xfrm>
          <a:prstGeom prst="octagon">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lide Title">
            <a:extLst>
              <a:ext uri="{FF2B5EF4-FFF2-40B4-BE49-F238E27FC236}">
                <a16:creationId xmlns:a16="http://schemas.microsoft.com/office/drawing/2014/main" id="{B3168A4C-DA74-D3D9-6A5C-57B34CB6B9F5}"/>
              </a:ext>
            </a:extLst>
          </p:cNvPr>
          <p:cNvSpPr>
            <a:spLocks noGrp="1"/>
          </p:cNvSpPr>
          <p:nvPr>
            <p:ph type="title" hasCustomPrompt="1"/>
          </p:nvPr>
        </p:nvSpPr>
        <p:spPr/>
        <p:txBody>
          <a:bodyPr>
            <a:noAutofit/>
          </a:bodyPr>
          <a:lstStyle/>
          <a:p>
            <a:r>
              <a:rPr lang="en-US" dirty="0"/>
              <a:t>Click to Add Title (Title Case)</a:t>
            </a:r>
          </a:p>
        </p:txBody>
      </p:sp>
      <p:sp>
        <p:nvSpPr>
          <p:cNvPr id="10" name="Slide Subheader">
            <a:extLst>
              <a:ext uri="{FF2B5EF4-FFF2-40B4-BE49-F238E27FC236}">
                <a16:creationId xmlns:a16="http://schemas.microsoft.com/office/drawing/2014/main" id="{2B244D72-F105-3077-FB87-F4E9630059BC}"/>
              </a:ext>
            </a:extLst>
          </p:cNvPr>
          <p:cNvSpPr>
            <a:spLocks noGrp="1"/>
          </p:cNvSpPr>
          <p:nvPr>
            <p:ph type="body" sz="quarter" idx="18" hasCustomPrompt="1"/>
          </p:nvPr>
        </p:nvSpPr>
        <p:spPr>
          <a:xfrm>
            <a:off x="533400" y="853003"/>
            <a:ext cx="11125200" cy="363537"/>
          </a:xfrm>
        </p:spPr>
        <p:txBody>
          <a:bodyPr>
            <a:noAutofit/>
          </a:bodyPr>
          <a:lstStyle>
            <a:lvl1pPr marL="0" indent="0">
              <a:spcBef>
                <a:spcPts val="0"/>
              </a:spcBef>
              <a:buNone/>
              <a:defRPr sz="1400" b="0" spc="0" baseline="0">
                <a:solidFill>
                  <a:schemeClr val="bg2"/>
                </a:solidFill>
              </a:defRPr>
            </a:lvl1pPr>
            <a:lvl2pPr marL="182880" indent="0">
              <a:buNone/>
              <a:defRPr sz="1400"/>
            </a:lvl2pPr>
            <a:lvl3pPr marL="365760" indent="0">
              <a:buNone/>
              <a:defRPr sz="1400"/>
            </a:lvl3pPr>
            <a:lvl4pPr marL="548640" indent="0">
              <a:buNone/>
              <a:defRPr sz="1400"/>
            </a:lvl4pPr>
            <a:lvl5pPr marL="731520" indent="0">
              <a:buNone/>
              <a:defRPr sz="1400"/>
            </a:lvl5pPr>
          </a:lstStyle>
          <a:p>
            <a:pPr lvl="0"/>
            <a:r>
              <a:rPr lang="en-US" dirty="0"/>
              <a:t>Sub header (sentence case, no end punctuation)</a:t>
            </a:r>
          </a:p>
        </p:txBody>
      </p:sp>
      <p:sp>
        <p:nvSpPr>
          <p:cNvPr id="12" name="Slide Number Placeholder 11">
            <a:extLst>
              <a:ext uri="{FF2B5EF4-FFF2-40B4-BE49-F238E27FC236}">
                <a16:creationId xmlns:a16="http://schemas.microsoft.com/office/drawing/2014/main" id="{5CAC43C6-6777-DA58-123D-14A5D2B4A7FD}"/>
              </a:ext>
            </a:extLst>
          </p:cNvPr>
          <p:cNvSpPr>
            <a:spLocks noGrp="1"/>
          </p:cNvSpPr>
          <p:nvPr>
            <p:ph type="sldNum" sz="quarter" idx="23"/>
          </p:nvPr>
        </p:nvSpPr>
        <p:spPr/>
        <p:txBody>
          <a:bodyPr>
            <a:noAutofit/>
          </a:bodyPr>
          <a:lstStyle>
            <a:lvl1pPr algn="l">
              <a:defRPr/>
            </a:lvl1pPr>
          </a:lstStyle>
          <a:p>
            <a:fld id="{951EC00E-BB64-4A41-A445-8289ACCE6AEC}" type="slidenum">
              <a:rPr lang="en-US" smtClean="0"/>
              <a:pPr/>
              <a:t>‹#›</a:t>
            </a:fld>
            <a:endParaRPr lang="en-US" dirty="0"/>
          </a:p>
        </p:txBody>
      </p:sp>
      <p:sp>
        <p:nvSpPr>
          <p:cNvPr id="14" name="Footnotes Placeholder">
            <a:extLst>
              <a:ext uri="{FF2B5EF4-FFF2-40B4-BE49-F238E27FC236}">
                <a16:creationId xmlns:a16="http://schemas.microsoft.com/office/drawing/2014/main" id="{05826F44-35E5-DC99-B5DB-154F823154F6}"/>
              </a:ext>
            </a:extLst>
          </p:cNvPr>
          <p:cNvSpPr>
            <a:spLocks noGrp="1"/>
          </p:cNvSpPr>
          <p:nvPr>
            <p:ph type="body" sz="quarter" idx="48" hasCustomPrompt="1"/>
          </p:nvPr>
        </p:nvSpPr>
        <p:spPr>
          <a:xfrm>
            <a:off x="1552896" y="6394338"/>
            <a:ext cx="8741721" cy="320040"/>
          </a:xfrm>
        </p:spPr>
        <p:txBody>
          <a:bodyPr anchor="b" anchorCtr="0">
            <a:noAutofit/>
          </a:bodyPr>
          <a:lstStyle>
            <a:lvl1pPr marL="137160" indent="-137160">
              <a:lnSpc>
                <a:spcPct val="90000"/>
              </a:lnSpc>
              <a:spcBef>
                <a:spcPts val="0"/>
              </a:spcBef>
              <a:spcAft>
                <a:spcPts val="0"/>
              </a:spcAft>
              <a:buClr>
                <a:schemeClr val="tx1"/>
              </a:buClr>
              <a:buFont typeface="+mj-lt"/>
              <a:buAutoNum type="arabicPeriod"/>
              <a:tabLst/>
              <a:defRPr sz="700"/>
            </a:lvl1pPr>
            <a:lvl2pPr marL="150884" indent="0">
              <a:buFontTx/>
              <a:buNone/>
              <a:defRPr/>
            </a:lvl2pPr>
            <a:lvl3pPr marL="328395" indent="0">
              <a:buFontTx/>
              <a:buNone/>
              <a:defRPr/>
            </a:lvl3pPr>
            <a:lvl4pPr marL="505906" indent="0">
              <a:buFontTx/>
              <a:buNone/>
              <a:defRPr/>
            </a:lvl4pPr>
            <a:lvl5pPr marL="683416" indent="0">
              <a:buFontTx/>
              <a:buNone/>
              <a:defRPr/>
            </a:lvl5pPr>
          </a:lstStyle>
          <a:p>
            <a:pPr lvl="0"/>
            <a:r>
              <a:rPr lang="en-US" dirty="0"/>
              <a:t>Footnotes</a:t>
            </a:r>
          </a:p>
        </p:txBody>
      </p:sp>
      <p:sp>
        <p:nvSpPr>
          <p:cNvPr id="3" name="Content Placeholder Top Left">
            <a:extLst>
              <a:ext uri="{FF2B5EF4-FFF2-40B4-BE49-F238E27FC236}">
                <a16:creationId xmlns:a16="http://schemas.microsoft.com/office/drawing/2014/main" id="{5E07E421-642C-F1A8-B7F1-8E6856D8E582}"/>
              </a:ext>
            </a:extLst>
          </p:cNvPr>
          <p:cNvSpPr>
            <a:spLocks noGrp="1"/>
          </p:cNvSpPr>
          <p:nvPr>
            <p:ph sz="quarter" idx="11"/>
          </p:nvPr>
        </p:nvSpPr>
        <p:spPr>
          <a:xfrm>
            <a:off x="533400" y="1663468"/>
            <a:ext cx="5437632" cy="2057400"/>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Content Placeholder Top RIght">
            <a:extLst>
              <a:ext uri="{FF2B5EF4-FFF2-40B4-BE49-F238E27FC236}">
                <a16:creationId xmlns:a16="http://schemas.microsoft.com/office/drawing/2014/main" id="{AB337CC3-380E-6218-6365-71964E6A3E25}"/>
              </a:ext>
            </a:extLst>
          </p:cNvPr>
          <p:cNvSpPr>
            <a:spLocks noGrp="1"/>
          </p:cNvSpPr>
          <p:nvPr>
            <p:ph sz="quarter" idx="12"/>
          </p:nvPr>
        </p:nvSpPr>
        <p:spPr>
          <a:xfrm>
            <a:off x="6220968" y="1663468"/>
            <a:ext cx="5437632" cy="2057400"/>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Bottom Left">
            <a:extLst>
              <a:ext uri="{FF2B5EF4-FFF2-40B4-BE49-F238E27FC236}">
                <a16:creationId xmlns:a16="http://schemas.microsoft.com/office/drawing/2014/main" id="{EA780F6F-40B6-4928-8D85-868A89197A2E}"/>
              </a:ext>
            </a:extLst>
          </p:cNvPr>
          <p:cNvSpPr>
            <a:spLocks noGrp="1"/>
          </p:cNvSpPr>
          <p:nvPr>
            <p:ph sz="quarter" idx="19"/>
          </p:nvPr>
        </p:nvSpPr>
        <p:spPr>
          <a:xfrm>
            <a:off x="533400" y="4270346"/>
            <a:ext cx="5437632" cy="2057400"/>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Bottom Right">
            <a:extLst>
              <a:ext uri="{FF2B5EF4-FFF2-40B4-BE49-F238E27FC236}">
                <a16:creationId xmlns:a16="http://schemas.microsoft.com/office/drawing/2014/main" id="{4284C9BD-8D0A-BF2B-DCDB-8FF26DB548D3}"/>
              </a:ext>
            </a:extLst>
          </p:cNvPr>
          <p:cNvSpPr>
            <a:spLocks noGrp="1"/>
          </p:cNvSpPr>
          <p:nvPr>
            <p:ph sz="quarter" idx="20"/>
          </p:nvPr>
        </p:nvSpPr>
        <p:spPr>
          <a:xfrm>
            <a:off x="6220968" y="4270346"/>
            <a:ext cx="5437632" cy="2057400"/>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Header Top Left">
            <a:extLst>
              <a:ext uri="{FF2B5EF4-FFF2-40B4-BE49-F238E27FC236}">
                <a16:creationId xmlns:a16="http://schemas.microsoft.com/office/drawing/2014/main" id="{08A4C901-EAFF-7864-19DE-98F22C7351BE}"/>
              </a:ext>
            </a:extLst>
          </p:cNvPr>
          <p:cNvSpPr>
            <a:spLocks noGrp="1"/>
          </p:cNvSpPr>
          <p:nvPr>
            <p:ph type="body" sz="quarter" idx="21" hasCustomPrompt="1"/>
          </p:nvPr>
        </p:nvSpPr>
        <p:spPr>
          <a:xfrm>
            <a:off x="533398" y="1290828"/>
            <a:ext cx="5440680" cy="9144"/>
          </a:xfrm>
          <a:solidFill>
            <a:schemeClr val="bg2"/>
          </a:solidFill>
        </p:spPr>
        <p:txBody>
          <a:bodyPr tIns="137160">
            <a:noAutofit/>
          </a:bodyPr>
          <a:lstStyle>
            <a:lvl1pPr marL="0" indent="0">
              <a:spcBef>
                <a:spcPts val="0"/>
              </a:spcBef>
              <a:buNone/>
              <a:defRPr sz="1400" spc="0" baseline="0">
                <a:solidFill>
                  <a:schemeClr val="tx2"/>
                </a:solidFill>
              </a:defRPr>
            </a:lvl1pPr>
            <a:lvl2pPr marL="182880" indent="0">
              <a:buNone/>
              <a:defRPr sz="1400"/>
            </a:lvl2pPr>
            <a:lvl3pPr marL="365760" indent="0">
              <a:buNone/>
              <a:defRPr sz="1400"/>
            </a:lvl3pPr>
            <a:lvl4pPr marL="548640" indent="0">
              <a:buNone/>
              <a:defRPr sz="1400"/>
            </a:lvl4pPr>
            <a:lvl5pPr marL="731520" indent="0">
              <a:buNone/>
              <a:defRPr sz="1400"/>
            </a:lvl5pPr>
          </a:lstStyle>
          <a:p>
            <a:pPr lvl="0"/>
            <a:r>
              <a:rPr lang="en-US"/>
              <a:t>Title</a:t>
            </a:r>
          </a:p>
        </p:txBody>
      </p:sp>
      <p:sp>
        <p:nvSpPr>
          <p:cNvPr id="16" name="Content Header Top Right">
            <a:extLst>
              <a:ext uri="{FF2B5EF4-FFF2-40B4-BE49-F238E27FC236}">
                <a16:creationId xmlns:a16="http://schemas.microsoft.com/office/drawing/2014/main" id="{C767D31A-C238-6EFA-02D5-9A894D3B42DD}"/>
              </a:ext>
            </a:extLst>
          </p:cNvPr>
          <p:cNvSpPr>
            <a:spLocks noGrp="1"/>
          </p:cNvSpPr>
          <p:nvPr>
            <p:ph type="body" sz="quarter" idx="22" hasCustomPrompt="1"/>
          </p:nvPr>
        </p:nvSpPr>
        <p:spPr>
          <a:xfrm>
            <a:off x="6220968" y="1290828"/>
            <a:ext cx="5440680" cy="9144"/>
          </a:xfrm>
          <a:solidFill>
            <a:schemeClr val="bg2"/>
          </a:solidFill>
        </p:spPr>
        <p:txBody>
          <a:bodyPr tIns="137160">
            <a:noAutofit/>
          </a:bodyPr>
          <a:lstStyle>
            <a:lvl1pPr marL="0" indent="0">
              <a:spcBef>
                <a:spcPts val="0"/>
              </a:spcBef>
              <a:buNone/>
              <a:defRPr sz="1400" spc="0" baseline="0">
                <a:solidFill>
                  <a:schemeClr val="tx2"/>
                </a:solidFill>
              </a:defRPr>
            </a:lvl1pPr>
            <a:lvl2pPr marL="182880" indent="0">
              <a:buNone/>
              <a:defRPr sz="1400"/>
            </a:lvl2pPr>
            <a:lvl3pPr marL="365760" indent="0">
              <a:buNone/>
              <a:defRPr sz="1400"/>
            </a:lvl3pPr>
            <a:lvl4pPr marL="548640" indent="0">
              <a:buNone/>
              <a:defRPr sz="1400"/>
            </a:lvl4pPr>
            <a:lvl5pPr marL="731520" indent="0">
              <a:buNone/>
              <a:defRPr sz="1400"/>
            </a:lvl5pPr>
          </a:lstStyle>
          <a:p>
            <a:pPr lvl="0"/>
            <a:r>
              <a:rPr lang="en-US"/>
              <a:t>Title</a:t>
            </a:r>
          </a:p>
        </p:txBody>
      </p:sp>
      <p:sp>
        <p:nvSpPr>
          <p:cNvPr id="17" name="Content Header Bottom Left">
            <a:extLst>
              <a:ext uri="{FF2B5EF4-FFF2-40B4-BE49-F238E27FC236}">
                <a16:creationId xmlns:a16="http://schemas.microsoft.com/office/drawing/2014/main" id="{C4D6E5A6-BB8B-DD4C-9B8C-EFF907D5E00E}"/>
              </a:ext>
            </a:extLst>
          </p:cNvPr>
          <p:cNvSpPr>
            <a:spLocks noGrp="1"/>
          </p:cNvSpPr>
          <p:nvPr>
            <p:ph type="body" sz="quarter" idx="49" hasCustomPrompt="1"/>
          </p:nvPr>
        </p:nvSpPr>
        <p:spPr>
          <a:xfrm>
            <a:off x="537024" y="3908592"/>
            <a:ext cx="5440680" cy="9144"/>
          </a:xfrm>
          <a:solidFill>
            <a:schemeClr val="bg2"/>
          </a:solidFill>
        </p:spPr>
        <p:txBody>
          <a:bodyPr tIns="137160">
            <a:noAutofit/>
          </a:bodyPr>
          <a:lstStyle>
            <a:lvl1pPr marL="0" indent="0">
              <a:spcBef>
                <a:spcPts val="0"/>
              </a:spcBef>
              <a:buNone/>
              <a:defRPr sz="1400" spc="0" baseline="0">
                <a:solidFill>
                  <a:schemeClr val="tx2"/>
                </a:solidFill>
              </a:defRPr>
            </a:lvl1pPr>
            <a:lvl2pPr marL="182880" indent="0">
              <a:buNone/>
              <a:defRPr sz="1400"/>
            </a:lvl2pPr>
            <a:lvl3pPr marL="365760" indent="0">
              <a:buNone/>
              <a:defRPr sz="1400"/>
            </a:lvl3pPr>
            <a:lvl4pPr marL="548640" indent="0">
              <a:buNone/>
              <a:defRPr sz="1400"/>
            </a:lvl4pPr>
            <a:lvl5pPr marL="731520" indent="0">
              <a:buNone/>
              <a:defRPr sz="1400"/>
            </a:lvl5pPr>
          </a:lstStyle>
          <a:p>
            <a:pPr lvl="0"/>
            <a:r>
              <a:rPr lang="en-US"/>
              <a:t>Title</a:t>
            </a:r>
          </a:p>
        </p:txBody>
      </p:sp>
      <p:sp>
        <p:nvSpPr>
          <p:cNvPr id="18" name="Content Header Bottom Right">
            <a:extLst>
              <a:ext uri="{FF2B5EF4-FFF2-40B4-BE49-F238E27FC236}">
                <a16:creationId xmlns:a16="http://schemas.microsoft.com/office/drawing/2014/main" id="{A503BF51-AD77-5B3D-2B7C-5968040AF28F}"/>
              </a:ext>
            </a:extLst>
          </p:cNvPr>
          <p:cNvSpPr>
            <a:spLocks noGrp="1"/>
          </p:cNvSpPr>
          <p:nvPr>
            <p:ph type="body" sz="quarter" idx="24" hasCustomPrompt="1"/>
          </p:nvPr>
        </p:nvSpPr>
        <p:spPr>
          <a:xfrm>
            <a:off x="6224594" y="3908592"/>
            <a:ext cx="5440680" cy="9144"/>
          </a:xfrm>
          <a:solidFill>
            <a:schemeClr val="bg2"/>
          </a:solidFill>
        </p:spPr>
        <p:txBody>
          <a:bodyPr tIns="137160">
            <a:noAutofit/>
          </a:bodyPr>
          <a:lstStyle>
            <a:lvl1pPr marL="0" indent="0">
              <a:spcBef>
                <a:spcPts val="0"/>
              </a:spcBef>
              <a:buNone/>
              <a:defRPr sz="1400" spc="0" baseline="0">
                <a:solidFill>
                  <a:schemeClr val="tx2"/>
                </a:solidFill>
              </a:defRPr>
            </a:lvl1pPr>
            <a:lvl2pPr marL="182880" indent="0">
              <a:buNone/>
              <a:defRPr sz="1400"/>
            </a:lvl2pPr>
            <a:lvl3pPr marL="365760" indent="0">
              <a:buNone/>
              <a:defRPr sz="1400"/>
            </a:lvl3pPr>
            <a:lvl4pPr marL="548640" indent="0">
              <a:buNone/>
              <a:defRPr sz="1400"/>
            </a:lvl4pPr>
            <a:lvl5pPr marL="731520" indent="0">
              <a:buNone/>
              <a:defRPr sz="1400"/>
            </a:lvl5pPr>
          </a:lstStyle>
          <a:p>
            <a:pPr lvl="0"/>
            <a:r>
              <a:rPr lang="en-US"/>
              <a:t>Title</a:t>
            </a:r>
          </a:p>
        </p:txBody>
      </p:sp>
    </p:spTree>
    <p:extLst>
      <p:ext uri="{BB962C8B-B14F-4D97-AF65-F5344CB8AC3E}">
        <p14:creationId xmlns:p14="http://schemas.microsoft.com/office/powerpoint/2010/main" val="35228221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with Callout (Right)">
    <p:spTree>
      <p:nvGrpSpPr>
        <p:cNvPr id="1" name=""/>
        <p:cNvGrpSpPr/>
        <p:nvPr/>
      </p:nvGrpSpPr>
      <p:grpSpPr>
        <a:xfrm>
          <a:off x="0" y="0"/>
          <a:ext cx="0" cy="0"/>
          <a:chOff x="0" y="0"/>
          <a:chExt cx="0" cy="0"/>
        </a:xfrm>
      </p:grpSpPr>
      <p:sp>
        <p:nvSpPr>
          <p:cNvPr id="3" name="Do not remove" hidden="1">
            <a:extLst>
              <a:ext uri="{FF2B5EF4-FFF2-40B4-BE49-F238E27FC236}">
                <a16:creationId xmlns:a16="http://schemas.microsoft.com/office/drawing/2014/main" id="{F9ECA4F3-60E7-7CCE-629D-CF0A87A45933}"/>
              </a:ext>
            </a:extLst>
          </p:cNvPr>
          <p:cNvSpPr>
            <a:spLocks noGrp="1" noRot="1" noMove="1" noResize="1" noEditPoints="1" noAdjustHandles="1" noChangeArrowheads="1" noChangeShapeType="1"/>
          </p:cNvSpPr>
          <p:nvPr userDrawn="1">
            <p:custDataLst>
              <p:tags r:id="rId1"/>
            </p:custDataLst>
          </p:nvPr>
        </p:nvSpPr>
        <p:spPr>
          <a:xfrm>
            <a:off x="0" y="0"/>
            <a:ext cx="12700" cy="12700"/>
          </a:xfrm>
          <a:prstGeom prst="octagon">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Callout Rectangle">
            <a:extLst>
              <a:ext uri="{FF2B5EF4-FFF2-40B4-BE49-F238E27FC236}">
                <a16:creationId xmlns:a16="http://schemas.microsoft.com/office/drawing/2014/main" id="{6A2B7B31-7B36-C107-4CA5-4418AA5B3285}"/>
              </a:ext>
            </a:extLst>
          </p:cNvPr>
          <p:cNvSpPr/>
          <p:nvPr userDrawn="1"/>
        </p:nvSpPr>
        <p:spPr>
          <a:xfrm>
            <a:off x="7060020" y="0"/>
            <a:ext cx="5131982" cy="6858000"/>
          </a:xfrm>
          <a:prstGeom prst="rect">
            <a:avLst/>
          </a:prstGeom>
          <a:solidFill>
            <a:srgbClr val="E3F7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endParaRPr lang="en-US"/>
          </a:p>
        </p:txBody>
      </p:sp>
      <p:sp>
        <p:nvSpPr>
          <p:cNvPr id="2" name="Slide Title">
            <a:extLst>
              <a:ext uri="{FF2B5EF4-FFF2-40B4-BE49-F238E27FC236}">
                <a16:creationId xmlns:a16="http://schemas.microsoft.com/office/drawing/2014/main" id="{D94F58B9-EB4E-BB57-4E78-B1D48BF6384A}"/>
              </a:ext>
            </a:extLst>
          </p:cNvPr>
          <p:cNvSpPr>
            <a:spLocks noGrp="1"/>
          </p:cNvSpPr>
          <p:nvPr>
            <p:ph type="title" hasCustomPrompt="1"/>
          </p:nvPr>
        </p:nvSpPr>
        <p:spPr>
          <a:xfrm>
            <a:off x="533400" y="228602"/>
            <a:ext cx="6263009" cy="447004"/>
          </a:xfrm>
        </p:spPr>
        <p:txBody>
          <a:bodyPr>
            <a:noAutofit/>
          </a:bodyPr>
          <a:lstStyle/>
          <a:p>
            <a:r>
              <a:rPr lang="en-US" dirty="0"/>
              <a:t>Click to Add Title (Title Case)</a:t>
            </a:r>
          </a:p>
        </p:txBody>
      </p:sp>
      <p:sp>
        <p:nvSpPr>
          <p:cNvPr id="91" name="Content Placeholder Left">
            <a:extLst>
              <a:ext uri="{FF2B5EF4-FFF2-40B4-BE49-F238E27FC236}">
                <a16:creationId xmlns:a16="http://schemas.microsoft.com/office/drawing/2014/main" id="{5410487C-999A-A14C-3D8A-7CAAD4B2420C}"/>
              </a:ext>
            </a:extLst>
          </p:cNvPr>
          <p:cNvSpPr>
            <a:spLocks noGrp="1"/>
          </p:cNvSpPr>
          <p:nvPr>
            <p:ph sz="quarter" idx="11"/>
          </p:nvPr>
        </p:nvSpPr>
        <p:spPr>
          <a:xfrm>
            <a:off x="533400" y="1295400"/>
            <a:ext cx="6263009" cy="5029200"/>
          </a:xfrm>
        </p:spPr>
        <p:txBody>
          <a:bodyPr>
            <a:noAutofit/>
          </a:bodyPr>
          <a:lstStyle>
            <a:lvl1pPr>
              <a:defRPr sz="1050"/>
            </a:lvl1pPr>
            <a:lvl2pPr>
              <a:defRPr sz="1050"/>
            </a:lvl2pPr>
            <a:lvl3pPr>
              <a:defRPr sz="1050"/>
            </a:lvl3pPr>
            <a:lvl4pPr>
              <a:defRPr sz="1050"/>
            </a:lvl4pPr>
            <a:lvl5pPr>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2" name="Callout Content Right">
            <a:extLst>
              <a:ext uri="{FF2B5EF4-FFF2-40B4-BE49-F238E27FC236}">
                <a16:creationId xmlns:a16="http://schemas.microsoft.com/office/drawing/2014/main" id="{399CB87F-78C8-0984-A95A-211F6EA8D1DE}"/>
              </a:ext>
            </a:extLst>
          </p:cNvPr>
          <p:cNvSpPr>
            <a:spLocks noGrp="1"/>
          </p:cNvSpPr>
          <p:nvPr>
            <p:ph sz="quarter" idx="20"/>
          </p:nvPr>
        </p:nvSpPr>
        <p:spPr>
          <a:xfrm>
            <a:off x="7363570" y="1295400"/>
            <a:ext cx="4295009" cy="5029200"/>
          </a:xfrm>
        </p:spPr>
        <p:txBody>
          <a:bodyPr>
            <a:noAutofit/>
          </a:bodyPr>
          <a:lstStyle>
            <a:lvl1pPr>
              <a:defRPr sz="1050"/>
            </a:lvl1pPr>
            <a:lvl2pPr>
              <a:defRPr sz="1050"/>
            </a:lvl2pPr>
            <a:lvl3pPr>
              <a:defRPr sz="1050"/>
            </a:lvl3pPr>
            <a:lvl4pPr>
              <a:defRPr sz="1050"/>
            </a:lvl4pPr>
            <a:lvl5pPr>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4" name="Slide Subheader">
            <a:extLst>
              <a:ext uri="{FF2B5EF4-FFF2-40B4-BE49-F238E27FC236}">
                <a16:creationId xmlns:a16="http://schemas.microsoft.com/office/drawing/2014/main" id="{270B5A56-B019-E552-FD0B-8A59B582172D}"/>
              </a:ext>
            </a:extLst>
          </p:cNvPr>
          <p:cNvSpPr>
            <a:spLocks noGrp="1"/>
          </p:cNvSpPr>
          <p:nvPr>
            <p:ph type="body" sz="quarter" idx="13" hasCustomPrompt="1"/>
          </p:nvPr>
        </p:nvSpPr>
        <p:spPr>
          <a:xfrm>
            <a:off x="533400" y="853003"/>
            <a:ext cx="6262989" cy="363537"/>
          </a:xfrm>
        </p:spPr>
        <p:txBody>
          <a:bodyPr>
            <a:noAutofit/>
          </a:bodyPr>
          <a:lstStyle>
            <a:lvl1pPr marL="0" indent="0">
              <a:spcBef>
                <a:spcPts val="0"/>
              </a:spcBef>
              <a:buNone/>
              <a:defRPr sz="1400" spc="0" baseline="0">
                <a:solidFill>
                  <a:schemeClr val="bg2"/>
                </a:solidFill>
              </a:defRPr>
            </a:lvl1pPr>
            <a:lvl2pPr marL="182880" indent="0">
              <a:buNone/>
              <a:defRPr sz="1400"/>
            </a:lvl2pPr>
            <a:lvl3pPr marL="365760" indent="0">
              <a:buNone/>
              <a:defRPr sz="1400"/>
            </a:lvl3pPr>
            <a:lvl4pPr marL="548640" indent="0">
              <a:buNone/>
              <a:defRPr sz="1400"/>
            </a:lvl4pPr>
            <a:lvl5pPr marL="731520" indent="0">
              <a:buNone/>
              <a:defRPr sz="1400"/>
            </a:lvl5pPr>
          </a:lstStyle>
          <a:p>
            <a:pPr lvl="0"/>
            <a:r>
              <a:rPr lang="en-US" dirty="0"/>
              <a:t>Sub header (sentence case, no end punctuation)</a:t>
            </a:r>
          </a:p>
        </p:txBody>
      </p:sp>
      <p:sp>
        <p:nvSpPr>
          <p:cNvPr id="6" name="Rectangle 5">
            <a:extLst>
              <a:ext uri="{FF2B5EF4-FFF2-40B4-BE49-F238E27FC236}">
                <a16:creationId xmlns:a16="http://schemas.microsoft.com/office/drawing/2014/main" id="{0AAE1FDF-F0FC-0521-E8CE-17A0097BF552}"/>
              </a:ext>
            </a:extLst>
          </p:cNvPr>
          <p:cNvSpPr/>
          <p:nvPr userDrawn="1"/>
        </p:nvSpPr>
        <p:spPr>
          <a:xfrm>
            <a:off x="253315" y="395416"/>
            <a:ext cx="80318" cy="667667"/>
          </a:xfrm>
          <a:prstGeom prst="rect">
            <a:avLst/>
          </a:prstGeom>
          <a:solidFill>
            <a:srgbClr val="85D6F9"/>
          </a:solidFill>
          <a:ln>
            <a:noFill/>
          </a:ln>
        </p:spPr>
        <p:style>
          <a:lnRef idx="3">
            <a:schemeClr val="lt1"/>
          </a:lnRef>
          <a:fillRef idx="1">
            <a:schemeClr val="accent2"/>
          </a:fillRef>
          <a:effectRef idx="1">
            <a:schemeClr val="accent2"/>
          </a:effectRef>
          <a:fontRef idx="minor">
            <a:schemeClr val="lt1"/>
          </a:fontRef>
        </p:style>
        <p:txBody>
          <a:bodyPr rtlCol="0" anchor="ctr">
            <a:noAutofit/>
          </a:bodyPr>
          <a:lstStyle/>
          <a:p>
            <a:pPr algn="ctr"/>
            <a:endParaRPr lang="en-US">
              <a:solidFill>
                <a:srgbClr val="E3F7FC"/>
              </a:solidFill>
            </a:endParaRPr>
          </a:p>
        </p:txBody>
      </p:sp>
      <p:sp>
        <p:nvSpPr>
          <p:cNvPr id="11" name="Slide Number Placeholder 10">
            <a:extLst>
              <a:ext uri="{FF2B5EF4-FFF2-40B4-BE49-F238E27FC236}">
                <a16:creationId xmlns:a16="http://schemas.microsoft.com/office/drawing/2014/main" id="{34DE9805-30AC-8E70-57FA-E88A78470757}"/>
              </a:ext>
            </a:extLst>
          </p:cNvPr>
          <p:cNvSpPr>
            <a:spLocks noGrp="1"/>
          </p:cNvSpPr>
          <p:nvPr>
            <p:ph type="sldNum" sz="quarter" idx="42"/>
          </p:nvPr>
        </p:nvSpPr>
        <p:spPr/>
        <p:txBody>
          <a:bodyPr>
            <a:noAutofit/>
          </a:bodyPr>
          <a:lstStyle>
            <a:lvl1pPr algn="l">
              <a:defRPr/>
            </a:lvl1pPr>
          </a:lstStyle>
          <a:p>
            <a:fld id="{951EC00E-BB64-4A41-A445-8289ACCE6AEC}" type="slidenum">
              <a:rPr lang="en-US" smtClean="0"/>
              <a:pPr/>
              <a:t>‹#›</a:t>
            </a:fld>
            <a:endParaRPr lang="en-US" dirty="0"/>
          </a:p>
        </p:txBody>
      </p:sp>
      <p:sp>
        <p:nvSpPr>
          <p:cNvPr id="12" name="TextBox 11">
            <a:extLst>
              <a:ext uri="{FF2B5EF4-FFF2-40B4-BE49-F238E27FC236}">
                <a16:creationId xmlns:a16="http://schemas.microsoft.com/office/drawing/2014/main" id="{0AAB0117-4B39-A39E-8DDC-BFE2FC4AC2FD}"/>
              </a:ext>
            </a:extLst>
          </p:cNvPr>
          <p:cNvSpPr txBox="1"/>
          <p:nvPr userDrawn="1"/>
        </p:nvSpPr>
        <p:spPr>
          <a:xfrm>
            <a:off x="9068895" y="6644164"/>
            <a:ext cx="2490537" cy="107722"/>
          </a:xfrm>
          <a:prstGeom prst="rect">
            <a:avLst/>
          </a:prstGeom>
          <a:noFill/>
        </p:spPr>
        <p:txBody>
          <a:bodyPr wrap="square" lIns="0" tIns="0" rIns="0" bIns="0" anchor="ctr">
            <a:noAutofit/>
          </a:bodyPr>
          <a:lstStyle/>
          <a:p>
            <a:pPr algn="r"/>
            <a:r>
              <a:rPr lang="en-US" sz="700" b="0" dirty="0">
                <a:solidFill>
                  <a:schemeClr val="tx2"/>
                </a:solidFill>
              </a:rPr>
              <a:t>Private and Confidential I</a:t>
            </a:r>
            <a:endParaRPr lang="en-US" sz="1000" b="1" i="0" dirty="0">
              <a:solidFill>
                <a:schemeClr val="accent1"/>
              </a:solidFill>
              <a:latin typeface="Segoe UI Semibold" panose="020B0502040204020203" pitchFamily="34" charset="0"/>
              <a:cs typeface="Segoe UI Semibold" panose="020B0502040204020203" pitchFamily="34" charset="0"/>
            </a:endParaRPr>
          </a:p>
        </p:txBody>
      </p:sp>
      <p:sp>
        <p:nvSpPr>
          <p:cNvPr id="9" name="Footnotes Placeholder">
            <a:extLst>
              <a:ext uri="{FF2B5EF4-FFF2-40B4-BE49-F238E27FC236}">
                <a16:creationId xmlns:a16="http://schemas.microsoft.com/office/drawing/2014/main" id="{59C3973D-4974-733A-3CAA-3C298F330DFA}"/>
              </a:ext>
            </a:extLst>
          </p:cNvPr>
          <p:cNvSpPr>
            <a:spLocks noGrp="1"/>
          </p:cNvSpPr>
          <p:nvPr>
            <p:ph type="body" sz="quarter" idx="48" hasCustomPrompt="1"/>
          </p:nvPr>
        </p:nvSpPr>
        <p:spPr>
          <a:xfrm>
            <a:off x="1552896" y="6394338"/>
            <a:ext cx="5243493" cy="320040"/>
          </a:xfrm>
        </p:spPr>
        <p:txBody>
          <a:bodyPr anchor="b" anchorCtr="0">
            <a:noAutofit/>
          </a:bodyPr>
          <a:lstStyle>
            <a:lvl1pPr marL="137160" indent="-137160">
              <a:lnSpc>
                <a:spcPct val="90000"/>
              </a:lnSpc>
              <a:spcBef>
                <a:spcPts val="0"/>
              </a:spcBef>
              <a:spcAft>
                <a:spcPts val="0"/>
              </a:spcAft>
              <a:buClr>
                <a:schemeClr val="tx1"/>
              </a:buClr>
              <a:buFont typeface="+mj-lt"/>
              <a:buAutoNum type="arabicPeriod"/>
              <a:tabLst/>
              <a:defRPr sz="700"/>
            </a:lvl1pPr>
            <a:lvl2pPr marL="150884" indent="0">
              <a:buFontTx/>
              <a:buNone/>
              <a:defRPr/>
            </a:lvl2pPr>
            <a:lvl3pPr marL="328395" indent="0">
              <a:buFontTx/>
              <a:buNone/>
              <a:defRPr/>
            </a:lvl3pPr>
            <a:lvl4pPr marL="505906" indent="0">
              <a:buFontTx/>
              <a:buNone/>
              <a:defRPr/>
            </a:lvl4pPr>
            <a:lvl5pPr marL="683416" indent="0">
              <a:buFontTx/>
              <a:buNone/>
              <a:defRPr/>
            </a:lvl5pPr>
          </a:lstStyle>
          <a:p>
            <a:pPr lvl="0"/>
            <a:r>
              <a:rPr lang="en-US" dirty="0"/>
              <a:t>Footnotes</a:t>
            </a:r>
          </a:p>
        </p:txBody>
      </p:sp>
    </p:spTree>
    <p:extLst>
      <p:ext uri="{BB962C8B-B14F-4D97-AF65-F5344CB8AC3E}">
        <p14:creationId xmlns:p14="http://schemas.microsoft.com/office/powerpoint/2010/main" val="148209189"/>
      </p:ext>
    </p:extLst>
  </p:cSld>
  <p:clrMapOvr>
    <a:masterClrMapping/>
  </p:clrMapOvr>
  <p:extLst>
    <p:ext uri="{DCECCB84-F9BA-43D5-87BE-67443E8EF086}">
      <p15:sldGuideLst xmlns:p15="http://schemas.microsoft.com/office/powerpoint/2012/main">
        <p15:guide id="1" pos="4296" userDrawn="1">
          <p15:clr>
            <a:srgbClr val="FBAE40"/>
          </p15:clr>
        </p15:guide>
        <p15:guide id="2" pos="4632"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with Callout (Left)">
    <p:spTree>
      <p:nvGrpSpPr>
        <p:cNvPr id="1" name=""/>
        <p:cNvGrpSpPr/>
        <p:nvPr/>
      </p:nvGrpSpPr>
      <p:grpSpPr>
        <a:xfrm>
          <a:off x="0" y="0"/>
          <a:ext cx="0" cy="0"/>
          <a:chOff x="0" y="0"/>
          <a:chExt cx="0" cy="0"/>
        </a:xfrm>
      </p:grpSpPr>
      <p:sp>
        <p:nvSpPr>
          <p:cNvPr id="9" name="Do not remove" hidden="1">
            <a:extLst>
              <a:ext uri="{FF2B5EF4-FFF2-40B4-BE49-F238E27FC236}">
                <a16:creationId xmlns:a16="http://schemas.microsoft.com/office/drawing/2014/main" id="{51AA0577-5A4D-C41E-610E-D5915DD24838}"/>
              </a:ext>
            </a:extLst>
          </p:cNvPr>
          <p:cNvSpPr/>
          <p:nvPr userDrawn="1">
            <p:custDataLst>
              <p:tags r:id="rId1"/>
            </p:custDataLst>
          </p:nvPr>
        </p:nvSpPr>
        <p:spPr>
          <a:xfrm>
            <a:off x="0" y="0"/>
            <a:ext cx="12700" cy="12700"/>
          </a:xfrm>
          <a:prstGeom prst="octagon">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allout Rectangle">
            <a:extLst>
              <a:ext uri="{FF2B5EF4-FFF2-40B4-BE49-F238E27FC236}">
                <a16:creationId xmlns:a16="http://schemas.microsoft.com/office/drawing/2014/main" id="{E5656DD8-8EC3-B53D-3AC9-0C82971EBC73}"/>
              </a:ext>
            </a:extLst>
          </p:cNvPr>
          <p:cNvSpPr/>
          <p:nvPr userDrawn="1"/>
        </p:nvSpPr>
        <p:spPr>
          <a:xfrm>
            <a:off x="0" y="1"/>
            <a:ext cx="3962400" cy="6857999"/>
          </a:xfrm>
          <a:prstGeom prst="rect">
            <a:avLst/>
          </a:prstGeom>
          <a:solidFill>
            <a:srgbClr val="E3F7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2" name="Slide Title">
            <a:extLst>
              <a:ext uri="{FF2B5EF4-FFF2-40B4-BE49-F238E27FC236}">
                <a16:creationId xmlns:a16="http://schemas.microsoft.com/office/drawing/2014/main" id="{9045A3A0-1042-24CF-7230-01E209BED50C}"/>
              </a:ext>
            </a:extLst>
          </p:cNvPr>
          <p:cNvSpPr>
            <a:spLocks noGrp="1"/>
          </p:cNvSpPr>
          <p:nvPr>
            <p:ph type="title" hasCustomPrompt="1"/>
          </p:nvPr>
        </p:nvSpPr>
        <p:spPr>
          <a:xfrm>
            <a:off x="533400" y="228602"/>
            <a:ext cx="3192472" cy="447004"/>
          </a:xfrm>
        </p:spPr>
        <p:txBody>
          <a:bodyPr>
            <a:noAutofit/>
          </a:bodyPr>
          <a:lstStyle>
            <a:lvl1pPr>
              <a:defRPr sz="1800"/>
            </a:lvl1pPr>
          </a:lstStyle>
          <a:p>
            <a:r>
              <a:rPr lang="en-US" dirty="0"/>
              <a:t>Click to Add Title (Title Case)</a:t>
            </a:r>
          </a:p>
        </p:txBody>
      </p:sp>
      <p:pic>
        <p:nvPicPr>
          <p:cNvPr id="5" name="Graphic 4">
            <a:extLst>
              <a:ext uri="{FF2B5EF4-FFF2-40B4-BE49-F238E27FC236}">
                <a16:creationId xmlns:a16="http://schemas.microsoft.com/office/drawing/2014/main" id="{E0B30B34-3808-C73E-5118-FDF126B67A46}"/>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t="10680" b="32901"/>
          <a:stretch/>
        </p:blipFill>
        <p:spPr>
          <a:xfrm>
            <a:off x="241208" y="6493615"/>
            <a:ext cx="1253595" cy="220762"/>
          </a:xfrm>
          <a:prstGeom prst="rect">
            <a:avLst/>
          </a:prstGeom>
        </p:spPr>
      </p:pic>
      <p:sp>
        <p:nvSpPr>
          <p:cNvPr id="6" name="Rectangle 5">
            <a:extLst>
              <a:ext uri="{FF2B5EF4-FFF2-40B4-BE49-F238E27FC236}">
                <a16:creationId xmlns:a16="http://schemas.microsoft.com/office/drawing/2014/main" id="{ACEF1819-8240-FF21-FC6F-934AB1FF1B1E}"/>
              </a:ext>
            </a:extLst>
          </p:cNvPr>
          <p:cNvSpPr/>
          <p:nvPr userDrawn="1"/>
        </p:nvSpPr>
        <p:spPr>
          <a:xfrm>
            <a:off x="253315" y="395416"/>
            <a:ext cx="80318" cy="667667"/>
          </a:xfrm>
          <a:prstGeom prst="rect">
            <a:avLst/>
          </a:prstGeom>
          <a:solidFill>
            <a:srgbClr val="85D6F9"/>
          </a:solidFill>
          <a:ln>
            <a:noFill/>
          </a:ln>
        </p:spPr>
        <p:style>
          <a:lnRef idx="3">
            <a:schemeClr val="lt1"/>
          </a:lnRef>
          <a:fillRef idx="1">
            <a:schemeClr val="accent2"/>
          </a:fillRef>
          <a:effectRef idx="1">
            <a:schemeClr val="accent2"/>
          </a:effectRef>
          <a:fontRef idx="minor">
            <a:schemeClr val="lt1"/>
          </a:fontRef>
        </p:style>
        <p:txBody>
          <a:bodyPr rtlCol="0" anchor="ctr">
            <a:noAutofit/>
          </a:bodyPr>
          <a:lstStyle/>
          <a:p>
            <a:pPr algn="ctr"/>
            <a:endParaRPr lang="en-US">
              <a:solidFill>
                <a:srgbClr val="E3F7FC"/>
              </a:solidFill>
            </a:endParaRPr>
          </a:p>
        </p:txBody>
      </p:sp>
      <p:sp>
        <p:nvSpPr>
          <p:cNvPr id="7" name="Callout Content Left">
            <a:extLst>
              <a:ext uri="{FF2B5EF4-FFF2-40B4-BE49-F238E27FC236}">
                <a16:creationId xmlns:a16="http://schemas.microsoft.com/office/drawing/2014/main" id="{D1690D64-2957-CE51-613F-4D8CA2EDB1D6}"/>
              </a:ext>
            </a:extLst>
          </p:cNvPr>
          <p:cNvSpPr>
            <a:spLocks noGrp="1"/>
          </p:cNvSpPr>
          <p:nvPr>
            <p:ph type="body" sz="quarter" idx="20"/>
          </p:nvPr>
        </p:nvSpPr>
        <p:spPr>
          <a:xfrm>
            <a:off x="533400" y="1525803"/>
            <a:ext cx="3192472" cy="4798798"/>
          </a:xfrm>
        </p:spPr>
        <p:txBody>
          <a:bodyPr numCol="1">
            <a:noAutofit/>
          </a:bodyPr>
          <a:lstStyle>
            <a:lvl1pPr marL="0" indent="0">
              <a:buNone/>
              <a:defRPr sz="1050"/>
            </a:lvl1pPr>
            <a:lvl2pPr marL="274320" indent="0">
              <a:buNone/>
              <a:defRPr sz="1400"/>
            </a:lvl2pPr>
            <a:lvl3pPr marL="548640" indent="0">
              <a:buNone/>
              <a:defRPr sz="1400"/>
            </a:lvl3pPr>
            <a:lvl4pPr marL="822960" indent="0">
              <a:buNone/>
              <a:defRPr sz="1400"/>
            </a:lvl4pPr>
            <a:lvl5pPr marL="1097280" indent="0">
              <a:buNone/>
              <a:defRPr sz="1400"/>
            </a:lvl5pPr>
          </a:lstStyle>
          <a:p>
            <a:pPr lvl="0"/>
            <a:r>
              <a:rPr lang="en-US"/>
              <a:t>Click to edit Master text styles</a:t>
            </a:r>
          </a:p>
        </p:txBody>
      </p:sp>
      <p:sp>
        <p:nvSpPr>
          <p:cNvPr id="8" name="Slide Subheader">
            <a:extLst>
              <a:ext uri="{FF2B5EF4-FFF2-40B4-BE49-F238E27FC236}">
                <a16:creationId xmlns:a16="http://schemas.microsoft.com/office/drawing/2014/main" id="{2267E7DF-0FAB-62A6-90EA-634B229E3015}"/>
              </a:ext>
            </a:extLst>
          </p:cNvPr>
          <p:cNvSpPr>
            <a:spLocks noGrp="1"/>
          </p:cNvSpPr>
          <p:nvPr>
            <p:ph type="body" sz="quarter" idx="22" hasCustomPrompt="1"/>
          </p:nvPr>
        </p:nvSpPr>
        <p:spPr>
          <a:xfrm>
            <a:off x="533400" y="838285"/>
            <a:ext cx="3191650" cy="457200"/>
          </a:xfrm>
        </p:spPr>
        <p:txBody>
          <a:bodyPr>
            <a:noAutofit/>
          </a:bodyPr>
          <a:lstStyle>
            <a:lvl1pPr marL="0" indent="0">
              <a:buNone/>
              <a:defRPr sz="1200" b="0" i="0" spc="0" baseline="0">
                <a:solidFill>
                  <a:schemeClr val="bg2"/>
                </a:solidFill>
                <a:latin typeface="+mn-lt"/>
                <a:cs typeface="Segoe UI Semibold" panose="020B0502040204020203" pitchFamily="34" charset="0"/>
              </a:defRPr>
            </a:lvl1pPr>
          </a:lstStyle>
          <a:p>
            <a:pPr lvl="0"/>
            <a:r>
              <a:rPr lang="en-US" dirty="0"/>
              <a:t>Sub header (sentence case, no end punctuation)</a:t>
            </a:r>
          </a:p>
        </p:txBody>
      </p:sp>
      <p:sp>
        <p:nvSpPr>
          <p:cNvPr id="10" name="Content Placeholder RIght">
            <a:extLst>
              <a:ext uri="{FF2B5EF4-FFF2-40B4-BE49-F238E27FC236}">
                <a16:creationId xmlns:a16="http://schemas.microsoft.com/office/drawing/2014/main" id="{DC5EAAC8-2F2A-B516-5E2A-4355C5B5FB5A}"/>
              </a:ext>
            </a:extLst>
          </p:cNvPr>
          <p:cNvSpPr>
            <a:spLocks noGrp="1"/>
          </p:cNvSpPr>
          <p:nvPr>
            <p:ph sz="quarter" idx="23"/>
          </p:nvPr>
        </p:nvSpPr>
        <p:spPr>
          <a:xfrm>
            <a:off x="4174910" y="1525588"/>
            <a:ext cx="7482237" cy="4799012"/>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Alignment Bar">
            <a:extLst>
              <a:ext uri="{FF2B5EF4-FFF2-40B4-BE49-F238E27FC236}">
                <a16:creationId xmlns:a16="http://schemas.microsoft.com/office/drawing/2014/main" id="{CA592D62-973A-B0C1-1D3C-B29B3BFC8FEF}"/>
              </a:ext>
            </a:extLst>
          </p:cNvPr>
          <p:cNvSpPr>
            <a:spLocks noGrp="1"/>
          </p:cNvSpPr>
          <p:nvPr>
            <p:ph type="body" sz="quarter" idx="19" hasCustomPrompt="1"/>
          </p:nvPr>
        </p:nvSpPr>
        <p:spPr>
          <a:xfrm>
            <a:off x="-457200" y="1525588"/>
            <a:ext cx="228600" cy="4799012"/>
          </a:xfrm>
          <a:gradFill>
            <a:gsLst>
              <a:gs pos="0">
                <a:schemeClr val="accent1"/>
              </a:gs>
              <a:gs pos="50000">
                <a:schemeClr val="accent2"/>
              </a:gs>
              <a:gs pos="100000">
                <a:schemeClr val="accent1"/>
              </a:gs>
            </a:gsLst>
            <a:lin ang="5400000" scaled="0"/>
          </a:gradFill>
        </p:spPr>
        <p:txBody>
          <a:bodyPr vert="vert270" anchor="ctr">
            <a:noAutofit/>
          </a:bodyPr>
          <a:lstStyle>
            <a:lvl1pPr marL="0" indent="0" algn="ctr">
              <a:buNone/>
              <a:defRPr sz="1400" b="1" spc="600">
                <a:solidFill>
                  <a:schemeClr val="tx2"/>
                </a:solidFill>
              </a:defRPr>
            </a:lvl1pPr>
            <a:lvl2pPr marL="182880" indent="0" algn="ctr">
              <a:buNone/>
              <a:defRPr/>
            </a:lvl2pPr>
            <a:lvl3pPr marL="365760" indent="0" algn="ctr">
              <a:buNone/>
              <a:defRPr/>
            </a:lvl3pPr>
            <a:lvl4pPr marL="548640" indent="0" algn="ctr">
              <a:buNone/>
              <a:defRPr/>
            </a:lvl4pPr>
            <a:lvl5pPr marL="731520" indent="0" algn="ctr">
              <a:buNone/>
              <a:defRPr/>
            </a:lvl5pPr>
          </a:lstStyle>
          <a:p>
            <a:pPr lvl="0"/>
            <a:r>
              <a:rPr lang="en-US"/>
              <a:t>ALIGNMENT BAR</a:t>
            </a:r>
          </a:p>
        </p:txBody>
      </p:sp>
      <p:sp>
        <p:nvSpPr>
          <p:cNvPr id="16" name="Slide Number Placeholder 55">
            <a:extLst>
              <a:ext uri="{FF2B5EF4-FFF2-40B4-BE49-F238E27FC236}">
                <a16:creationId xmlns:a16="http://schemas.microsoft.com/office/drawing/2014/main" id="{1814228D-74BE-AD28-28B1-9E088BFAA756}"/>
              </a:ext>
            </a:extLst>
          </p:cNvPr>
          <p:cNvSpPr>
            <a:spLocks noGrp="1"/>
          </p:cNvSpPr>
          <p:nvPr>
            <p:ph type="sldNum" sz="quarter" idx="4"/>
          </p:nvPr>
        </p:nvSpPr>
        <p:spPr>
          <a:xfrm>
            <a:off x="11588480" y="6620041"/>
            <a:ext cx="242887" cy="153888"/>
          </a:xfrm>
          <a:prstGeom prst="rect">
            <a:avLst/>
          </a:prstGeom>
        </p:spPr>
        <p:txBody>
          <a:bodyPr vert="horz" lIns="0" tIns="0" rIns="0" bIns="0" rtlCol="0" anchor="ctr">
            <a:noAutofit/>
          </a:bodyPr>
          <a:lstStyle>
            <a:lvl1pPr algn="l">
              <a:defRPr sz="800" b="1">
                <a:solidFill>
                  <a:schemeClr val="accent1"/>
                </a:solidFill>
                <a:latin typeface="Segoe UI Semibold" panose="020B0702040204020203" pitchFamily="34" charset="0"/>
                <a:cs typeface="Segoe UI Semibold" panose="020B0702040204020203" pitchFamily="34" charset="0"/>
              </a:defRPr>
            </a:lvl1pPr>
          </a:lstStyle>
          <a:p>
            <a:fld id="{951EC00E-BB64-4A41-A445-8289ACCE6AEC}" type="slidenum">
              <a:rPr lang="en-US" smtClean="0"/>
              <a:pPr/>
              <a:t>‹#›</a:t>
            </a:fld>
            <a:endParaRPr lang="en-US" dirty="0"/>
          </a:p>
        </p:txBody>
      </p:sp>
      <p:sp>
        <p:nvSpPr>
          <p:cNvPr id="15" name="Footnotes Placeholder">
            <a:extLst>
              <a:ext uri="{FF2B5EF4-FFF2-40B4-BE49-F238E27FC236}">
                <a16:creationId xmlns:a16="http://schemas.microsoft.com/office/drawing/2014/main" id="{C134CD37-6FB4-36F7-9939-A7AEE01F6BDD}"/>
              </a:ext>
            </a:extLst>
          </p:cNvPr>
          <p:cNvSpPr>
            <a:spLocks noGrp="1"/>
          </p:cNvSpPr>
          <p:nvPr>
            <p:ph type="body" sz="quarter" idx="48" hasCustomPrompt="1"/>
          </p:nvPr>
        </p:nvSpPr>
        <p:spPr>
          <a:xfrm>
            <a:off x="4174910" y="6394338"/>
            <a:ext cx="6119707" cy="320040"/>
          </a:xfrm>
        </p:spPr>
        <p:txBody>
          <a:bodyPr anchor="b" anchorCtr="0">
            <a:noAutofit/>
          </a:bodyPr>
          <a:lstStyle>
            <a:lvl1pPr marL="137160" indent="-137160">
              <a:lnSpc>
                <a:spcPct val="90000"/>
              </a:lnSpc>
              <a:spcBef>
                <a:spcPts val="0"/>
              </a:spcBef>
              <a:spcAft>
                <a:spcPts val="0"/>
              </a:spcAft>
              <a:buClr>
                <a:schemeClr val="tx1"/>
              </a:buClr>
              <a:buFont typeface="+mj-lt"/>
              <a:buAutoNum type="arabicPeriod"/>
              <a:tabLst/>
              <a:defRPr sz="700"/>
            </a:lvl1pPr>
            <a:lvl2pPr marL="150884" indent="0">
              <a:buFontTx/>
              <a:buNone/>
              <a:defRPr/>
            </a:lvl2pPr>
            <a:lvl3pPr marL="328395" indent="0">
              <a:buFontTx/>
              <a:buNone/>
              <a:defRPr/>
            </a:lvl3pPr>
            <a:lvl4pPr marL="505906" indent="0">
              <a:buFontTx/>
              <a:buNone/>
              <a:defRPr/>
            </a:lvl4pPr>
            <a:lvl5pPr marL="683416" indent="0">
              <a:buFontTx/>
              <a:buNone/>
              <a:defRPr/>
            </a:lvl5pPr>
          </a:lstStyle>
          <a:p>
            <a:pPr lvl="0"/>
            <a:r>
              <a:rPr lang="en-US" dirty="0"/>
              <a:t>Footnotes</a:t>
            </a:r>
          </a:p>
        </p:txBody>
      </p:sp>
    </p:spTree>
    <p:extLst>
      <p:ext uri="{BB962C8B-B14F-4D97-AF65-F5344CB8AC3E}">
        <p14:creationId xmlns:p14="http://schemas.microsoft.com/office/powerpoint/2010/main" val="1499408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able of Contents - Agenda">
    <p:spTree>
      <p:nvGrpSpPr>
        <p:cNvPr id="1" name=""/>
        <p:cNvGrpSpPr/>
        <p:nvPr/>
      </p:nvGrpSpPr>
      <p:grpSpPr>
        <a:xfrm>
          <a:off x="0" y="0"/>
          <a:ext cx="0" cy="0"/>
          <a:chOff x="0" y="0"/>
          <a:chExt cx="0" cy="0"/>
        </a:xfrm>
      </p:grpSpPr>
      <p:grpSp>
        <p:nvGrpSpPr>
          <p:cNvPr id="25" name="Group 24">
            <a:extLst>
              <a:ext uri="{FF2B5EF4-FFF2-40B4-BE49-F238E27FC236}">
                <a16:creationId xmlns:a16="http://schemas.microsoft.com/office/drawing/2014/main" id="{56E4189E-D995-6C8F-F54F-9D105D8CDD9C}"/>
              </a:ext>
            </a:extLst>
          </p:cNvPr>
          <p:cNvGrpSpPr/>
          <p:nvPr userDrawn="1"/>
        </p:nvGrpSpPr>
        <p:grpSpPr>
          <a:xfrm>
            <a:off x="8220914" y="-108006"/>
            <a:ext cx="3971086" cy="7206087"/>
            <a:chOff x="8220914" y="-108006"/>
            <a:chExt cx="3971086" cy="7206087"/>
          </a:xfrm>
        </p:grpSpPr>
        <p:sp>
          <p:nvSpPr>
            <p:cNvPr id="28" name="Freeform 41">
              <a:extLst>
                <a:ext uri="{FF2B5EF4-FFF2-40B4-BE49-F238E27FC236}">
                  <a16:creationId xmlns:a16="http://schemas.microsoft.com/office/drawing/2014/main" id="{3D0DA603-F930-BCBB-26EF-06BA04244393}"/>
                </a:ext>
              </a:extLst>
            </p:cNvPr>
            <p:cNvSpPr/>
            <p:nvPr userDrawn="1"/>
          </p:nvSpPr>
          <p:spPr>
            <a:xfrm>
              <a:off x="9464675" y="0"/>
              <a:ext cx="2727325" cy="6858000"/>
            </a:xfrm>
            <a:custGeom>
              <a:avLst/>
              <a:gdLst>
                <a:gd name="connsiteX0" fmla="*/ 0 w 2727325"/>
                <a:gd name="connsiteY0" fmla="*/ 0 h 6858000"/>
                <a:gd name="connsiteX1" fmla="*/ 2727325 w 2727325"/>
                <a:gd name="connsiteY1" fmla="*/ 0 h 6858000"/>
                <a:gd name="connsiteX2" fmla="*/ 2727325 w 2727325"/>
                <a:gd name="connsiteY2" fmla="*/ 6858000 h 6858000"/>
                <a:gd name="connsiteX3" fmla="*/ 2724352 w 2727325"/>
                <a:gd name="connsiteY3" fmla="*/ 6858000 h 6858000"/>
                <a:gd name="connsiteX4" fmla="*/ 2517246 w 2727325"/>
                <a:gd name="connsiteY4" fmla="*/ 6647417 h 6858000"/>
                <a:gd name="connsiteX5" fmla="*/ 268630 w 2727325"/>
                <a:gd name="connsiteY5" fmla="*/ 3723953 h 6858000"/>
                <a:gd name="connsiteX6" fmla="*/ 0 w 2727325"/>
                <a:gd name="connsiteY6" fmla="*/ 3271405 h 6858000"/>
                <a:gd name="connsiteX7" fmla="*/ 0 w 2727325"/>
                <a:gd name="connsiteY7" fmla="*/ 3235354 h 6858000"/>
                <a:gd name="connsiteX8" fmla="*/ 40700 w 2727325"/>
                <a:gd name="connsiteY8" fmla="*/ 2860903 h 6858000"/>
                <a:gd name="connsiteX9" fmla="*/ 85579 w 2727325"/>
                <a:gd name="connsiteY9" fmla="*/ 4561 h 6858000"/>
                <a:gd name="connsiteX10" fmla="*/ 85221 w 2727325"/>
                <a:gd name="connsiteY10" fmla="*/ 1 h 6858000"/>
                <a:gd name="connsiteX11" fmla="*/ 0 w 2727325"/>
                <a:gd name="connsiteY11" fmla="*/ 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27325" h="6858000">
                  <a:moveTo>
                    <a:pt x="0" y="0"/>
                  </a:moveTo>
                  <a:lnTo>
                    <a:pt x="2727325" y="0"/>
                  </a:lnTo>
                  <a:lnTo>
                    <a:pt x="2727325" y="6858000"/>
                  </a:lnTo>
                  <a:lnTo>
                    <a:pt x="2724352" y="6858000"/>
                  </a:lnTo>
                  <a:lnTo>
                    <a:pt x="2517246" y="6647417"/>
                  </a:lnTo>
                  <a:cubicBezTo>
                    <a:pt x="1672373" y="5758768"/>
                    <a:pt x="917286" y="4779968"/>
                    <a:pt x="268630" y="3723953"/>
                  </a:cubicBezTo>
                  <a:lnTo>
                    <a:pt x="0" y="3271405"/>
                  </a:lnTo>
                  <a:lnTo>
                    <a:pt x="0" y="3235354"/>
                  </a:lnTo>
                  <a:lnTo>
                    <a:pt x="40700" y="2860903"/>
                  </a:lnTo>
                  <a:cubicBezTo>
                    <a:pt x="131652" y="1924384"/>
                    <a:pt x="148440" y="969964"/>
                    <a:pt x="85579" y="4561"/>
                  </a:cubicBezTo>
                  <a:lnTo>
                    <a:pt x="85221" y="1"/>
                  </a:lnTo>
                  <a:lnTo>
                    <a:pt x="0" y="1"/>
                  </a:lnTo>
                  <a:close/>
                </a:path>
              </a:pathLst>
            </a:custGeom>
            <a:gradFill>
              <a:gsLst>
                <a:gs pos="100000">
                  <a:schemeClr val="accent2">
                    <a:alpha val="0"/>
                  </a:schemeClr>
                </a:gs>
                <a:gs pos="0">
                  <a:schemeClr val="accent2"/>
                </a:gs>
              </a:gsLst>
              <a:lin ang="18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b="1"/>
            </a:p>
          </p:txBody>
        </p:sp>
        <p:sp>
          <p:nvSpPr>
            <p:cNvPr id="29" name="Freeform 46">
              <a:extLst>
                <a:ext uri="{FF2B5EF4-FFF2-40B4-BE49-F238E27FC236}">
                  <a16:creationId xmlns:a16="http://schemas.microsoft.com/office/drawing/2014/main" id="{71BBF3AC-05A7-0582-2C62-F76BE4B81CF6}"/>
                </a:ext>
              </a:extLst>
            </p:cNvPr>
            <p:cNvSpPr/>
            <p:nvPr userDrawn="1"/>
          </p:nvSpPr>
          <p:spPr>
            <a:xfrm rot="21171727">
              <a:off x="8435926" y="3189563"/>
              <a:ext cx="3531387" cy="3908518"/>
            </a:xfrm>
            <a:custGeom>
              <a:avLst/>
              <a:gdLst>
                <a:gd name="connsiteX0" fmla="*/ 1266905 w 3531387"/>
                <a:gd name="connsiteY0" fmla="*/ 0 h 3908518"/>
                <a:gd name="connsiteX1" fmla="*/ 3347340 w 3531387"/>
                <a:gd name="connsiteY1" fmla="*/ 3667665 h 3908518"/>
                <a:gd name="connsiteX2" fmla="*/ 3531387 w 3531387"/>
                <a:gd name="connsiteY2" fmla="*/ 3908518 h 3908518"/>
                <a:gd name="connsiteX3" fmla="*/ 0 w 3531387"/>
                <a:gd name="connsiteY3" fmla="*/ 3466290 h 3908518"/>
                <a:gd name="connsiteX4" fmla="*/ 149758 w 3531387"/>
                <a:gd name="connsiteY4" fmla="*/ 3157394 h 3908518"/>
                <a:gd name="connsiteX5" fmla="*/ 1266905 w 3531387"/>
                <a:gd name="connsiteY5" fmla="*/ 0 h 3908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31387" h="3908518">
                  <a:moveTo>
                    <a:pt x="1266905" y="0"/>
                  </a:moveTo>
                  <a:cubicBezTo>
                    <a:pt x="1814553" y="1309987"/>
                    <a:pt x="2515450" y="2539958"/>
                    <a:pt x="3347340" y="3667665"/>
                  </a:cubicBezTo>
                  <a:lnTo>
                    <a:pt x="3531387" y="3908518"/>
                  </a:lnTo>
                  <a:lnTo>
                    <a:pt x="0" y="3466290"/>
                  </a:lnTo>
                  <a:lnTo>
                    <a:pt x="149758" y="3157394"/>
                  </a:lnTo>
                  <a:cubicBezTo>
                    <a:pt x="617487" y="2152626"/>
                    <a:pt x="993402" y="1096516"/>
                    <a:pt x="1266905" y="0"/>
                  </a:cubicBezTo>
                  <a:close/>
                </a:path>
              </a:pathLst>
            </a:custGeom>
            <a:solidFill>
              <a:srgbClr val="E3F7FC"/>
            </a:solidFill>
            <a:ln w="23613" cap="flat">
              <a:noFill/>
              <a:prstDash val="solid"/>
              <a:miter/>
            </a:ln>
          </p:spPr>
          <p:txBody>
            <a:bodyPr wrap="square" rtlCol="0" anchor="ctr">
              <a:noAutofit/>
            </a:bodyPr>
            <a:lstStyle/>
            <a:p>
              <a:endParaRPr lang="en-US"/>
            </a:p>
          </p:txBody>
        </p:sp>
        <p:sp>
          <p:nvSpPr>
            <p:cNvPr id="30" name="Freeform 44">
              <a:extLst>
                <a:ext uri="{FF2B5EF4-FFF2-40B4-BE49-F238E27FC236}">
                  <a16:creationId xmlns:a16="http://schemas.microsoft.com/office/drawing/2014/main" id="{CB4ABE41-3F13-D49E-545F-E56A5D21DC70}"/>
                </a:ext>
              </a:extLst>
            </p:cNvPr>
            <p:cNvSpPr/>
            <p:nvPr userDrawn="1"/>
          </p:nvSpPr>
          <p:spPr>
            <a:xfrm rot="21171727">
              <a:off x="8220914" y="-108006"/>
              <a:ext cx="1525378" cy="3415961"/>
            </a:xfrm>
            <a:custGeom>
              <a:avLst/>
              <a:gdLst>
                <a:gd name="connsiteX0" fmla="*/ 0 w 1525378"/>
                <a:gd name="connsiteY0" fmla="*/ 0 h 3415961"/>
                <a:gd name="connsiteX1" fmla="*/ 1525378 w 1525378"/>
                <a:gd name="connsiteY1" fmla="*/ 191021 h 3415961"/>
                <a:gd name="connsiteX2" fmla="*/ 1525166 w 1525378"/>
                <a:gd name="connsiteY2" fmla="*/ 195590 h 3415961"/>
                <a:gd name="connsiteX3" fmla="*/ 1032812 w 1525378"/>
                <a:gd name="connsiteY3" fmla="*/ 3415961 h 3415961"/>
                <a:gd name="connsiteX4" fmla="*/ 38550 w 1525378"/>
                <a:gd name="connsiteY4" fmla="*/ 200575 h 34159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5378" h="3415961">
                  <a:moveTo>
                    <a:pt x="0" y="0"/>
                  </a:moveTo>
                  <a:lnTo>
                    <a:pt x="1525378" y="191021"/>
                  </a:lnTo>
                  <a:lnTo>
                    <a:pt x="1525166" y="195590"/>
                  </a:lnTo>
                  <a:cubicBezTo>
                    <a:pt x="1459355" y="1299284"/>
                    <a:pt x="1292101" y="2375818"/>
                    <a:pt x="1032812" y="3415961"/>
                  </a:cubicBezTo>
                  <a:cubicBezTo>
                    <a:pt x="603818" y="2389522"/>
                    <a:pt x="268718" y="1314290"/>
                    <a:pt x="38550" y="200575"/>
                  </a:cubicBezTo>
                  <a:close/>
                </a:path>
              </a:pathLst>
            </a:custGeom>
            <a:gradFill>
              <a:gsLst>
                <a:gs pos="100000">
                  <a:schemeClr val="accent1">
                    <a:alpha val="0"/>
                  </a:schemeClr>
                </a:gs>
                <a:gs pos="0">
                  <a:schemeClr val="accent1"/>
                </a:gs>
              </a:gsLst>
              <a:lin ang="18000000" scaled="0"/>
            </a:gradFill>
            <a:ln w="23613" cap="flat">
              <a:noFill/>
              <a:prstDash val="solid"/>
              <a:miter/>
            </a:ln>
          </p:spPr>
          <p:txBody>
            <a:bodyPr wrap="square" rtlCol="0" anchor="ctr">
              <a:noAutofit/>
            </a:bodyPr>
            <a:lstStyle/>
            <a:p>
              <a:endParaRPr lang="en-US"/>
            </a:p>
          </p:txBody>
        </p:sp>
      </p:grpSp>
      <p:sp>
        <p:nvSpPr>
          <p:cNvPr id="27" name="Do not remove" hidden="1">
            <a:extLst>
              <a:ext uri="{FF2B5EF4-FFF2-40B4-BE49-F238E27FC236}">
                <a16:creationId xmlns:a16="http://schemas.microsoft.com/office/drawing/2014/main" id="{9A4BEAA0-8150-74CB-CC10-9C12E76360AA}"/>
              </a:ext>
            </a:extLst>
          </p:cNvPr>
          <p:cNvSpPr/>
          <p:nvPr userDrawn="1">
            <p:custDataLst>
              <p:tags r:id="rId1"/>
            </p:custDataLst>
          </p:nvPr>
        </p:nvSpPr>
        <p:spPr>
          <a:xfrm>
            <a:off x="0" y="0"/>
            <a:ext cx="12700" cy="12700"/>
          </a:xfrm>
          <a:prstGeom prst="octagon">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oter Placeholder 2">
            <a:extLst>
              <a:ext uri="{FF2B5EF4-FFF2-40B4-BE49-F238E27FC236}">
                <a16:creationId xmlns:a16="http://schemas.microsoft.com/office/drawing/2014/main" id="{D26F0007-F442-1953-8E06-3098F653E5D6}"/>
              </a:ext>
            </a:extLst>
          </p:cNvPr>
          <p:cNvSpPr>
            <a:spLocks noGrp="1"/>
          </p:cNvSpPr>
          <p:nvPr>
            <p:ph type="ftr" sz="quarter" idx="10"/>
          </p:nvPr>
        </p:nvSpPr>
        <p:spPr>
          <a:xfrm>
            <a:off x="1552898" y="6394337"/>
            <a:ext cx="8741722" cy="320040"/>
          </a:xfrm>
          <a:prstGeom prst="rect">
            <a:avLst/>
          </a:prstGeom>
        </p:spPr>
        <p:txBody>
          <a:bodyPr vert="horz" lIns="0" tIns="0" rIns="0" bIns="0" numCol="1" spcCol="91440" rtlCol="0" anchor="b">
            <a:noAutofit/>
          </a:bodyPr>
          <a:lstStyle>
            <a:lvl1pPr>
              <a:defRPr lang="en-US" dirty="0"/>
            </a:lvl1pPr>
          </a:lstStyle>
          <a:p>
            <a:pPr marL="137160" indent="-137160">
              <a:lnSpc>
                <a:spcPct val="90000"/>
              </a:lnSpc>
              <a:buFont typeface="+mj-lt"/>
              <a:buAutoNum type="arabicPeriod"/>
            </a:pPr>
            <a:r>
              <a:rPr lang="en-US"/>
              <a:t>Footnotes</a:t>
            </a:r>
            <a:endParaRPr lang="en-US" dirty="0"/>
          </a:p>
        </p:txBody>
      </p:sp>
      <p:grpSp>
        <p:nvGrpSpPr>
          <p:cNvPr id="22" name="Agenda Level 3" hidden="1">
            <a:extLst>
              <a:ext uri="{FF2B5EF4-FFF2-40B4-BE49-F238E27FC236}">
                <a16:creationId xmlns:a16="http://schemas.microsoft.com/office/drawing/2014/main" id="{880F0A43-A467-C89F-C10E-5A76F989546C}"/>
              </a:ext>
            </a:extLst>
          </p:cNvPr>
          <p:cNvGrpSpPr/>
          <p:nvPr userDrawn="1"/>
        </p:nvGrpSpPr>
        <p:grpSpPr>
          <a:xfrm>
            <a:off x="534681" y="3165639"/>
            <a:ext cx="6868625" cy="369332"/>
            <a:chOff x="908538" y="1107830"/>
            <a:chExt cx="6868625" cy="369332"/>
          </a:xfrm>
        </p:grpSpPr>
        <p:sp>
          <p:nvSpPr>
            <p:cNvPr id="23" name="DH Agenda 3 Page">
              <a:extLst>
                <a:ext uri="{FF2B5EF4-FFF2-40B4-BE49-F238E27FC236}">
                  <a16:creationId xmlns:a16="http://schemas.microsoft.com/office/drawing/2014/main" id="{8B655BA0-97D9-E286-4EA0-6DBCBBC72470}"/>
                </a:ext>
              </a:extLst>
            </p:cNvPr>
            <p:cNvSpPr txBox="1"/>
            <p:nvPr userDrawn="1"/>
          </p:nvSpPr>
          <p:spPr>
            <a:xfrm>
              <a:off x="7131845" y="1107830"/>
              <a:ext cx="645318" cy="369332"/>
            </a:xfrm>
            <a:prstGeom prst="rect">
              <a:avLst/>
            </a:prstGeom>
            <a:noFill/>
          </p:spPr>
          <p:txBody>
            <a:bodyPr wrap="none" lIns="0" tIns="0" rIns="91440" bIns="0" rtlCol="0" anchor="ctr" anchorCtr="0">
              <a:noAutofit/>
            </a:bodyPr>
            <a:lstStyle/>
            <a:p>
              <a:pPr algn="r"/>
              <a:r>
                <a:rPr lang="en-US" sz="1400" dirty="0">
                  <a:solidFill>
                    <a:schemeClr val="accent1"/>
                  </a:solidFill>
                  <a:latin typeface="Segoe UI" panose="020B0502040204020203" pitchFamily="34" charset="0"/>
                  <a:cs typeface="Segoe UI" panose="020B0502040204020203" pitchFamily="34" charset="0"/>
                </a:rPr>
                <a:t>[P]</a:t>
              </a:r>
            </a:p>
          </p:txBody>
        </p:sp>
        <p:sp>
          <p:nvSpPr>
            <p:cNvPr id="24" name="DH Agenda 3 Topic">
              <a:extLst>
                <a:ext uri="{FF2B5EF4-FFF2-40B4-BE49-F238E27FC236}">
                  <a16:creationId xmlns:a16="http://schemas.microsoft.com/office/drawing/2014/main" id="{1F928E0C-527B-ED9C-7B8F-E1CDF0ED905A}"/>
                </a:ext>
              </a:extLst>
            </p:cNvPr>
            <p:cNvSpPr txBox="1"/>
            <p:nvPr userDrawn="1"/>
          </p:nvSpPr>
          <p:spPr>
            <a:xfrm>
              <a:off x="908538" y="1107830"/>
              <a:ext cx="6189969" cy="369332"/>
            </a:xfrm>
            <a:prstGeom prst="rect">
              <a:avLst/>
            </a:prstGeom>
            <a:noFill/>
          </p:spPr>
          <p:txBody>
            <a:bodyPr wrap="square" lIns="91440" tIns="0" rIns="91440" bIns="0" rtlCol="0" anchor="ctr" anchorCtr="0">
              <a:noAutofit/>
            </a:bodyPr>
            <a:lstStyle/>
            <a:p>
              <a:r>
                <a:rPr lang="en-US" sz="1400" i="1" dirty="0">
                  <a:solidFill>
                    <a:schemeClr val="tx1"/>
                  </a:solidFill>
                  <a:latin typeface="Segoe UI" panose="020B0502040204020203" pitchFamily="34" charset="0"/>
                  <a:cs typeface="Segoe UI" panose="020B0502040204020203" pitchFamily="34" charset="0"/>
                </a:rPr>
                <a:t>[Topic]</a:t>
              </a:r>
            </a:p>
          </p:txBody>
        </p:sp>
      </p:grpSp>
      <p:grpSp>
        <p:nvGrpSpPr>
          <p:cNvPr id="14" name="Agenda Level 2 Active" hidden="1">
            <a:extLst>
              <a:ext uri="{FF2B5EF4-FFF2-40B4-BE49-F238E27FC236}">
                <a16:creationId xmlns:a16="http://schemas.microsoft.com/office/drawing/2014/main" id="{66D5C818-4077-2EA5-0A05-3F30AAE07E02}"/>
              </a:ext>
            </a:extLst>
          </p:cNvPr>
          <p:cNvGrpSpPr/>
          <p:nvPr userDrawn="1"/>
        </p:nvGrpSpPr>
        <p:grpSpPr>
          <a:xfrm>
            <a:off x="0" y="2706844"/>
            <a:ext cx="7403306" cy="369332"/>
            <a:chOff x="373857" y="1107830"/>
            <a:chExt cx="7403306" cy="369332"/>
          </a:xfrm>
        </p:grpSpPr>
        <p:sp>
          <p:nvSpPr>
            <p:cNvPr id="15" name="DH Agenda 2 Page Active">
              <a:extLst>
                <a:ext uri="{FF2B5EF4-FFF2-40B4-BE49-F238E27FC236}">
                  <a16:creationId xmlns:a16="http://schemas.microsoft.com/office/drawing/2014/main" id="{D6D21DE7-0994-F75B-1A34-A554D86115B6}"/>
                </a:ext>
              </a:extLst>
            </p:cNvPr>
            <p:cNvSpPr txBox="1"/>
            <p:nvPr userDrawn="1"/>
          </p:nvSpPr>
          <p:spPr>
            <a:xfrm>
              <a:off x="7131845" y="1107830"/>
              <a:ext cx="645318" cy="369332"/>
            </a:xfrm>
            <a:prstGeom prst="rect">
              <a:avLst/>
            </a:prstGeom>
            <a:noFill/>
          </p:spPr>
          <p:txBody>
            <a:bodyPr wrap="none" lIns="0" tIns="0" rIns="91440" bIns="0" rtlCol="0" anchor="ctr" anchorCtr="0">
              <a:noAutofit/>
            </a:bodyPr>
            <a:lstStyle/>
            <a:p>
              <a:pPr algn="r"/>
              <a:r>
                <a:rPr lang="en-US" sz="1400" b="1" dirty="0">
                  <a:solidFill>
                    <a:schemeClr val="bg2"/>
                  </a:solidFill>
                  <a:latin typeface="Segoe UI" panose="020B0502040204020203" pitchFamily="34" charset="0"/>
                  <a:cs typeface="Segoe UI" panose="020B0502040204020203" pitchFamily="34" charset="0"/>
                </a:rPr>
                <a:t>[P]</a:t>
              </a:r>
            </a:p>
          </p:txBody>
        </p:sp>
        <p:sp>
          <p:nvSpPr>
            <p:cNvPr id="16" name="DH Agenda 2 Topic Active">
              <a:extLst>
                <a:ext uri="{FF2B5EF4-FFF2-40B4-BE49-F238E27FC236}">
                  <a16:creationId xmlns:a16="http://schemas.microsoft.com/office/drawing/2014/main" id="{F24662DD-B38B-01AB-98A5-F280EBE2C411}"/>
                </a:ext>
              </a:extLst>
            </p:cNvPr>
            <p:cNvSpPr txBox="1"/>
            <p:nvPr userDrawn="1"/>
          </p:nvSpPr>
          <p:spPr>
            <a:xfrm>
              <a:off x="908538" y="1107830"/>
              <a:ext cx="6189969" cy="369332"/>
            </a:xfrm>
            <a:prstGeom prst="rect">
              <a:avLst/>
            </a:prstGeom>
            <a:noFill/>
          </p:spPr>
          <p:txBody>
            <a:bodyPr wrap="square" lIns="91440" tIns="0" rIns="91440" bIns="0" rtlCol="0" anchor="ctr" anchorCtr="0">
              <a:noAutofit/>
            </a:bodyPr>
            <a:lstStyle/>
            <a:p>
              <a:r>
                <a:rPr lang="en-US" sz="1400" b="1" dirty="0">
                  <a:solidFill>
                    <a:schemeClr val="bg2"/>
                  </a:solidFill>
                  <a:latin typeface="Segoe UI" panose="020B0502040204020203" pitchFamily="34" charset="0"/>
                  <a:cs typeface="Segoe UI" panose="020B0502040204020203" pitchFamily="34" charset="0"/>
                </a:rPr>
                <a:t>[Topic]</a:t>
              </a:r>
            </a:p>
          </p:txBody>
        </p:sp>
        <p:sp>
          <p:nvSpPr>
            <p:cNvPr id="17" name="DH Agenda 2 Section Active">
              <a:extLst>
                <a:ext uri="{FF2B5EF4-FFF2-40B4-BE49-F238E27FC236}">
                  <a16:creationId xmlns:a16="http://schemas.microsoft.com/office/drawing/2014/main" id="{7C1812B6-03BE-3CA8-1286-1F2C02976D08}"/>
                </a:ext>
              </a:extLst>
            </p:cNvPr>
            <p:cNvSpPr txBox="1"/>
            <p:nvPr userDrawn="1"/>
          </p:nvSpPr>
          <p:spPr>
            <a:xfrm>
              <a:off x="373857" y="1107830"/>
              <a:ext cx="458482" cy="369332"/>
            </a:xfrm>
            <a:prstGeom prst="rect">
              <a:avLst/>
            </a:prstGeom>
            <a:noFill/>
          </p:spPr>
          <p:txBody>
            <a:bodyPr wrap="none" lIns="0" tIns="0" rIns="0" bIns="0" rtlCol="0" anchor="ctr" anchorCtr="0">
              <a:noAutofit/>
            </a:bodyPr>
            <a:lstStyle/>
            <a:p>
              <a:pPr algn="r"/>
              <a:r>
                <a:rPr lang="en-US" sz="1400" b="1" dirty="0">
                  <a:solidFill>
                    <a:schemeClr val="bg1"/>
                  </a:solidFill>
                  <a:latin typeface="Segoe UI" panose="020B0502040204020203" pitchFamily="34" charset="0"/>
                  <a:cs typeface="Segoe UI" panose="020B0502040204020203" pitchFamily="34" charset="0"/>
                </a:rPr>
                <a:t>[#]</a:t>
              </a:r>
            </a:p>
          </p:txBody>
        </p:sp>
      </p:grpSp>
      <p:grpSp>
        <p:nvGrpSpPr>
          <p:cNvPr id="18" name="Agenda Level 2" hidden="1">
            <a:extLst>
              <a:ext uri="{FF2B5EF4-FFF2-40B4-BE49-F238E27FC236}">
                <a16:creationId xmlns:a16="http://schemas.microsoft.com/office/drawing/2014/main" id="{F2B5F230-4056-FA8A-D75D-A7AF3C5AC280}"/>
              </a:ext>
            </a:extLst>
          </p:cNvPr>
          <p:cNvGrpSpPr/>
          <p:nvPr userDrawn="1"/>
        </p:nvGrpSpPr>
        <p:grpSpPr>
          <a:xfrm>
            <a:off x="0" y="2250833"/>
            <a:ext cx="7403306" cy="369332"/>
            <a:chOff x="373857" y="1107830"/>
            <a:chExt cx="7403306" cy="369332"/>
          </a:xfrm>
        </p:grpSpPr>
        <p:sp>
          <p:nvSpPr>
            <p:cNvPr id="19" name="DH Agenda 2 Page">
              <a:extLst>
                <a:ext uri="{FF2B5EF4-FFF2-40B4-BE49-F238E27FC236}">
                  <a16:creationId xmlns:a16="http://schemas.microsoft.com/office/drawing/2014/main" id="{80C34C48-D259-5E3E-C979-90C11B56BEB4}"/>
                </a:ext>
              </a:extLst>
            </p:cNvPr>
            <p:cNvSpPr txBox="1"/>
            <p:nvPr userDrawn="1"/>
          </p:nvSpPr>
          <p:spPr>
            <a:xfrm>
              <a:off x="7131845" y="1107830"/>
              <a:ext cx="645318" cy="369332"/>
            </a:xfrm>
            <a:prstGeom prst="rect">
              <a:avLst/>
            </a:prstGeom>
            <a:noFill/>
          </p:spPr>
          <p:txBody>
            <a:bodyPr wrap="none" lIns="0" tIns="0" rIns="91440" bIns="0" rtlCol="0" anchor="ctr" anchorCtr="0">
              <a:noAutofit/>
            </a:bodyPr>
            <a:lstStyle/>
            <a:p>
              <a:pPr algn="r"/>
              <a:r>
                <a:rPr lang="en-US" sz="1400" dirty="0">
                  <a:solidFill>
                    <a:schemeClr val="bg2"/>
                  </a:solidFill>
                  <a:latin typeface="Segoe UI" panose="020B0502040204020203" pitchFamily="34" charset="0"/>
                  <a:cs typeface="Segoe UI" panose="020B0502040204020203" pitchFamily="34" charset="0"/>
                </a:rPr>
                <a:t>[P]</a:t>
              </a:r>
            </a:p>
          </p:txBody>
        </p:sp>
        <p:sp>
          <p:nvSpPr>
            <p:cNvPr id="20" name="DH Agenda 2 Topic">
              <a:extLst>
                <a:ext uri="{FF2B5EF4-FFF2-40B4-BE49-F238E27FC236}">
                  <a16:creationId xmlns:a16="http://schemas.microsoft.com/office/drawing/2014/main" id="{110882E0-53A8-C7CD-C1A5-7042D70BB3F7}"/>
                </a:ext>
              </a:extLst>
            </p:cNvPr>
            <p:cNvSpPr txBox="1"/>
            <p:nvPr userDrawn="1"/>
          </p:nvSpPr>
          <p:spPr>
            <a:xfrm>
              <a:off x="908538" y="1107830"/>
              <a:ext cx="6189969" cy="369332"/>
            </a:xfrm>
            <a:prstGeom prst="rect">
              <a:avLst/>
            </a:prstGeom>
            <a:noFill/>
          </p:spPr>
          <p:txBody>
            <a:bodyPr wrap="square" lIns="91440" tIns="0" rIns="91440" bIns="0" rtlCol="0" anchor="ctr" anchorCtr="0">
              <a:noAutofit/>
            </a:bodyPr>
            <a:lstStyle/>
            <a:p>
              <a:r>
                <a:rPr lang="en-US" sz="1400" dirty="0">
                  <a:solidFill>
                    <a:schemeClr val="bg2"/>
                  </a:solidFill>
                  <a:latin typeface="Segoe UI" panose="020B0502040204020203" pitchFamily="34" charset="0"/>
                  <a:cs typeface="Segoe UI" panose="020B0502040204020203" pitchFamily="34" charset="0"/>
                </a:rPr>
                <a:t>[Topic]</a:t>
              </a:r>
            </a:p>
          </p:txBody>
        </p:sp>
        <p:sp>
          <p:nvSpPr>
            <p:cNvPr id="21" name="DH Agenda 2 Section">
              <a:extLst>
                <a:ext uri="{FF2B5EF4-FFF2-40B4-BE49-F238E27FC236}">
                  <a16:creationId xmlns:a16="http://schemas.microsoft.com/office/drawing/2014/main" id="{3D0B837A-857B-B0D3-DF8B-EB2E923E89EA}"/>
                </a:ext>
              </a:extLst>
            </p:cNvPr>
            <p:cNvSpPr txBox="1"/>
            <p:nvPr userDrawn="1"/>
          </p:nvSpPr>
          <p:spPr>
            <a:xfrm>
              <a:off x="373857" y="1107830"/>
              <a:ext cx="458482" cy="369332"/>
            </a:xfrm>
            <a:prstGeom prst="rect">
              <a:avLst/>
            </a:prstGeom>
            <a:noFill/>
          </p:spPr>
          <p:txBody>
            <a:bodyPr wrap="none" lIns="0" tIns="0" rIns="0" bIns="0" rtlCol="0" anchor="ctr" anchorCtr="0">
              <a:noAutofit/>
            </a:bodyPr>
            <a:lstStyle/>
            <a:p>
              <a:pPr algn="r"/>
              <a:r>
                <a:rPr lang="en-US" sz="1400" b="0" dirty="0">
                  <a:solidFill>
                    <a:schemeClr val="bg1"/>
                  </a:solidFill>
                  <a:latin typeface="Segoe UI" panose="020B0502040204020203" pitchFamily="34" charset="0"/>
                  <a:cs typeface="Segoe UI" panose="020B0502040204020203" pitchFamily="34" charset="0"/>
                </a:rPr>
                <a:t>[#]</a:t>
              </a:r>
            </a:p>
          </p:txBody>
        </p:sp>
      </p:grpSp>
      <p:grpSp>
        <p:nvGrpSpPr>
          <p:cNvPr id="10" name="Agenda Level 1 Active" hidden="1">
            <a:extLst>
              <a:ext uri="{FF2B5EF4-FFF2-40B4-BE49-F238E27FC236}">
                <a16:creationId xmlns:a16="http://schemas.microsoft.com/office/drawing/2014/main" id="{E1552CC8-5C63-20E3-ECD4-4FCE42D9C2D0}"/>
              </a:ext>
            </a:extLst>
          </p:cNvPr>
          <p:cNvGrpSpPr/>
          <p:nvPr userDrawn="1"/>
        </p:nvGrpSpPr>
        <p:grpSpPr>
          <a:xfrm>
            <a:off x="0" y="1794822"/>
            <a:ext cx="7403306" cy="369332"/>
            <a:chOff x="373857" y="1107830"/>
            <a:chExt cx="7403306" cy="369332"/>
          </a:xfrm>
        </p:grpSpPr>
        <p:sp>
          <p:nvSpPr>
            <p:cNvPr id="11" name="DH Agenda 1 Page Active">
              <a:extLst>
                <a:ext uri="{FF2B5EF4-FFF2-40B4-BE49-F238E27FC236}">
                  <a16:creationId xmlns:a16="http://schemas.microsoft.com/office/drawing/2014/main" id="{C4829DD9-CDED-8B3C-4C1B-48335234DE1D}"/>
                </a:ext>
              </a:extLst>
            </p:cNvPr>
            <p:cNvSpPr txBox="1"/>
            <p:nvPr userDrawn="1"/>
          </p:nvSpPr>
          <p:spPr>
            <a:xfrm>
              <a:off x="7131845" y="1107830"/>
              <a:ext cx="645318" cy="369332"/>
            </a:xfrm>
            <a:prstGeom prst="rect">
              <a:avLst/>
            </a:prstGeom>
            <a:noFill/>
          </p:spPr>
          <p:txBody>
            <a:bodyPr wrap="none" lIns="0" tIns="0" rIns="91440" bIns="0" rtlCol="0" anchor="ctr" anchorCtr="0">
              <a:noAutofit/>
            </a:bodyPr>
            <a:lstStyle/>
            <a:p>
              <a:pPr algn="r"/>
              <a:r>
                <a:rPr lang="en-US" sz="1400" b="1" dirty="0">
                  <a:solidFill>
                    <a:schemeClr val="accent1"/>
                  </a:solidFill>
                  <a:latin typeface="Segoe UI" panose="020B0502040204020203" pitchFamily="34" charset="0"/>
                  <a:cs typeface="Segoe UI" panose="020B0502040204020203" pitchFamily="34" charset="0"/>
                </a:rPr>
                <a:t>[P]</a:t>
              </a:r>
            </a:p>
          </p:txBody>
        </p:sp>
        <p:sp>
          <p:nvSpPr>
            <p:cNvPr id="12" name="DH Agenda 1 Topic Active">
              <a:extLst>
                <a:ext uri="{FF2B5EF4-FFF2-40B4-BE49-F238E27FC236}">
                  <a16:creationId xmlns:a16="http://schemas.microsoft.com/office/drawing/2014/main" id="{33DCC80E-5478-3E25-73DE-03A863F97627}"/>
                </a:ext>
              </a:extLst>
            </p:cNvPr>
            <p:cNvSpPr txBox="1"/>
            <p:nvPr userDrawn="1"/>
          </p:nvSpPr>
          <p:spPr>
            <a:xfrm>
              <a:off x="908538" y="1107830"/>
              <a:ext cx="6189969" cy="369332"/>
            </a:xfrm>
            <a:prstGeom prst="rect">
              <a:avLst/>
            </a:prstGeom>
            <a:noFill/>
          </p:spPr>
          <p:txBody>
            <a:bodyPr wrap="square" lIns="91440" tIns="0" rIns="91440" bIns="0" rtlCol="0" anchor="ctr" anchorCtr="0">
              <a:noAutofit/>
            </a:bodyPr>
            <a:lstStyle/>
            <a:p>
              <a:r>
                <a:rPr lang="en-US" sz="1400" b="1" dirty="0">
                  <a:solidFill>
                    <a:schemeClr val="tx1"/>
                  </a:solidFill>
                  <a:latin typeface="Segoe UI" panose="020B0502040204020203" pitchFamily="34" charset="0"/>
                  <a:cs typeface="Segoe UI" panose="020B0502040204020203" pitchFamily="34" charset="0"/>
                </a:rPr>
                <a:t>[Topic]</a:t>
              </a:r>
            </a:p>
          </p:txBody>
        </p:sp>
        <p:sp>
          <p:nvSpPr>
            <p:cNvPr id="13" name="DH Agenda 1 Section Active">
              <a:extLst>
                <a:ext uri="{FF2B5EF4-FFF2-40B4-BE49-F238E27FC236}">
                  <a16:creationId xmlns:a16="http://schemas.microsoft.com/office/drawing/2014/main" id="{76CAA50D-D5FE-1DB8-253D-D1FA646DDFB0}"/>
                </a:ext>
              </a:extLst>
            </p:cNvPr>
            <p:cNvSpPr txBox="1"/>
            <p:nvPr userDrawn="1"/>
          </p:nvSpPr>
          <p:spPr>
            <a:xfrm>
              <a:off x="373857" y="1107830"/>
              <a:ext cx="458482" cy="369332"/>
            </a:xfrm>
            <a:prstGeom prst="rect">
              <a:avLst/>
            </a:prstGeom>
            <a:noFill/>
          </p:spPr>
          <p:txBody>
            <a:bodyPr wrap="none" lIns="0" tIns="0" rIns="0" bIns="0" rtlCol="0" anchor="ctr" anchorCtr="0">
              <a:noAutofit/>
            </a:bodyPr>
            <a:lstStyle/>
            <a:p>
              <a:pPr algn="r"/>
              <a:r>
                <a:rPr lang="en-US" sz="1400" b="1" dirty="0">
                  <a:solidFill>
                    <a:schemeClr val="bg1"/>
                  </a:solidFill>
                  <a:latin typeface="Segoe UI" panose="020B0502040204020203" pitchFamily="34" charset="0"/>
                  <a:cs typeface="Segoe UI" panose="020B0502040204020203" pitchFamily="34" charset="0"/>
                </a:rPr>
                <a:t>[#]</a:t>
              </a:r>
            </a:p>
          </p:txBody>
        </p:sp>
      </p:grpSp>
      <p:grpSp>
        <p:nvGrpSpPr>
          <p:cNvPr id="6" name="Agenda Level 1" hidden="1">
            <a:extLst>
              <a:ext uri="{FF2B5EF4-FFF2-40B4-BE49-F238E27FC236}">
                <a16:creationId xmlns:a16="http://schemas.microsoft.com/office/drawing/2014/main" id="{35A52BA9-0D18-63A5-D08E-28306A81A641}"/>
              </a:ext>
            </a:extLst>
          </p:cNvPr>
          <p:cNvGrpSpPr/>
          <p:nvPr userDrawn="1"/>
        </p:nvGrpSpPr>
        <p:grpSpPr>
          <a:xfrm>
            <a:off x="0" y="1338811"/>
            <a:ext cx="7403306" cy="369332"/>
            <a:chOff x="373857" y="1107830"/>
            <a:chExt cx="7403306" cy="369332"/>
          </a:xfrm>
        </p:grpSpPr>
        <p:sp>
          <p:nvSpPr>
            <p:cNvPr id="8" name="DH Agenda 1 Page">
              <a:extLst>
                <a:ext uri="{FF2B5EF4-FFF2-40B4-BE49-F238E27FC236}">
                  <a16:creationId xmlns:a16="http://schemas.microsoft.com/office/drawing/2014/main" id="{4D100C34-5C6E-8465-9F63-42172ED1583A}"/>
                </a:ext>
              </a:extLst>
            </p:cNvPr>
            <p:cNvSpPr txBox="1"/>
            <p:nvPr userDrawn="1"/>
          </p:nvSpPr>
          <p:spPr>
            <a:xfrm>
              <a:off x="7131845" y="1107830"/>
              <a:ext cx="645318" cy="369332"/>
            </a:xfrm>
            <a:prstGeom prst="rect">
              <a:avLst/>
            </a:prstGeom>
            <a:noFill/>
          </p:spPr>
          <p:txBody>
            <a:bodyPr wrap="none" lIns="0" tIns="0" rIns="91440" bIns="0" rtlCol="0" anchor="ctr" anchorCtr="0">
              <a:noAutofit/>
            </a:bodyPr>
            <a:lstStyle/>
            <a:p>
              <a:pPr algn="r"/>
              <a:r>
                <a:rPr lang="en-US" sz="1400" dirty="0">
                  <a:solidFill>
                    <a:schemeClr val="accent1"/>
                  </a:solidFill>
                  <a:latin typeface="Segoe UI" panose="020B0502040204020203" pitchFamily="34" charset="0"/>
                  <a:cs typeface="Segoe UI" panose="020B0502040204020203" pitchFamily="34" charset="0"/>
                </a:rPr>
                <a:t>[P]</a:t>
              </a:r>
            </a:p>
          </p:txBody>
        </p:sp>
        <p:sp>
          <p:nvSpPr>
            <p:cNvPr id="7" name="DH Agenda 1 Topic">
              <a:extLst>
                <a:ext uri="{FF2B5EF4-FFF2-40B4-BE49-F238E27FC236}">
                  <a16:creationId xmlns:a16="http://schemas.microsoft.com/office/drawing/2014/main" id="{0EED5D60-38F8-8BF6-9A3E-B5297B064055}"/>
                </a:ext>
              </a:extLst>
            </p:cNvPr>
            <p:cNvSpPr txBox="1"/>
            <p:nvPr userDrawn="1"/>
          </p:nvSpPr>
          <p:spPr>
            <a:xfrm>
              <a:off x="908538" y="1107830"/>
              <a:ext cx="6189969" cy="369332"/>
            </a:xfrm>
            <a:prstGeom prst="rect">
              <a:avLst/>
            </a:prstGeom>
            <a:noFill/>
          </p:spPr>
          <p:txBody>
            <a:bodyPr wrap="square" lIns="91440" tIns="0" rIns="91440" bIns="0" rtlCol="0" anchor="ctr" anchorCtr="0">
              <a:noAutofit/>
            </a:bodyPr>
            <a:lstStyle/>
            <a:p>
              <a:r>
                <a:rPr lang="en-US" sz="1400" dirty="0">
                  <a:solidFill>
                    <a:schemeClr val="tx1"/>
                  </a:solidFill>
                  <a:latin typeface="Segoe UI" panose="020B0502040204020203" pitchFamily="34" charset="0"/>
                  <a:cs typeface="Segoe UI" panose="020B0502040204020203" pitchFamily="34" charset="0"/>
                </a:rPr>
                <a:t>[Topic]</a:t>
              </a:r>
            </a:p>
          </p:txBody>
        </p:sp>
        <p:sp>
          <p:nvSpPr>
            <p:cNvPr id="9" name="DH Agenda 1 Section">
              <a:extLst>
                <a:ext uri="{FF2B5EF4-FFF2-40B4-BE49-F238E27FC236}">
                  <a16:creationId xmlns:a16="http://schemas.microsoft.com/office/drawing/2014/main" id="{7A5E4C6F-8AFE-52D7-BA08-36205D67F4FB}"/>
                </a:ext>
              </a:extLst>
            </p:cNvPr>
            <p:cNvSpPr txBox="1"/>
            <p:nvPr userDrawn="1"/>
          </p:nvSpPr>
          <p:spPr>
            <a:xfrm>
              <a:off x="373857" y="1107830"/>
              <a:ext cx="458482" cy="369332"/>
            </a:xfrm>
            <a:prstGeom prst="rect">
              <a:avLst/>
            </a:prstGeom>
            <a:noFill/>
          </p:spPr>
          <p:txBody>
            <a:bodyPr wrap="none" lIns="0" tIns="0" rIns="0" bIns="0" rtlCol="0" anchor="ctr" anchorCtr="0">
              <a:noAutofit/>
            </a:bodyPr>
            <a:lstStyle/>
            <a:p>
              <a:pPr algn="r"/>
              <a:r>
                <a:rPr lang="en-US" sz="1400" b="0" dirty="0">
                  <a:solidFill>
                    <a:schemeClr val="bg1"/>
                  </a:solidFill>
                  <a:latin typeface="Segoe UI" panose="020B0502040204020203" pitchFamily="34" charset="0"/>
                  <a:cs typeface="Segoe UI" panose="020B0502040204020203" pitchFamily="34" charset="0"/>
                </a:rPr>
                <a:t>[#]</a:t>
              </a:r>
            </a:p>
          </p:txBody>
        </p:sp>
      </p:grpSp>
      <p:sp>
        <p:nvSpPr>
          <p:cNvPr id="31" name="TextBox 30">
            <a:extLst>
              <a:ext uri="{FF2B5EF4-FFF2-40B4-BE49-F238E27FC236}">
                <a16:creationId xmlns:a16="http://schemas.microsoft.com/office/drawing/2014/main" id="{716CA6D6-C4CC-7AA8-E0AE-92641262C50D}"/>
              </a:ext>
            </a:extLst>
          </p:cNvPr>
          <p:cNvSpPr txBox="1"/>
          <p:nvPr userDrawn="1"/>
        </p:nvSpPr>
        <p:spPr>
          <a:xfrm>
            <a:off x="9068895" y="6644163"/>
            <a:ext cx="2490537" cy="107722"/>
          </a:xfrm>
          <a:prstGeom prst="rect">
            <a:avLst/>
          </a:prstGeom>
          <a:noFill/>
        </p:spPr>
        <p:txBody>
          <a:bodyPr wrap="square" lIns="0" tIns="0" rIns="0" bIns="0" anchor="ctr">
            <a:spAutoFit/>
          </a:bodyPr>
          <a:lstStyle/>
          <a:p>
            <a:pPr algn="r"/>
            <a:r>
              <a:rPr lang="en-US" sz="700" b="0" dirty="0">
                <a:solidFill>
                  <a:schemeClr val="tx2"/>
                </a:solidFill>
              </a:rPr>
              <a:t>Private and Confidential I</a:t>
            </a:r>
            <a:endParaRPr lang="en-US" sz="1000" b="1" i="0" dirty="0">
              <a:solidFill>
                <a:schemeClr val="accent1"/>
              </a:solidFill>
              <a:latin typeface="Segoe UI Semibold" panose="020B0502040204020203" pitchFamily="34" charset="0"/>
              <a:cs typeface="Segoe UI Semibold" panose="020B0502040204020203" pitchFamily="34" charset="0"/>
            </a:endParaRPr>
          </a:p>
        </p:txBody>
      </p:sp>
      <p:sp>
        <p:nvSpPr>
          <p:cNvPr id="32" name="Slide Number Placeholder 55">
            <a:extLst>
              <a:ext uri="{FF2B5EF4-FFF2-40B4-BE49-F238E27FC236}">
                <a16:creationId xmlns:a16="http://schemas.microsoft.com/office/drawing/2014/main" id="{9156C1A3-9483-8DEE-986E-77E1DE4BF85E}"/>
              </a:ext>
            </a:extLst>
          </p:cNvPr>
          <p:cNvSpPr>
            <a:spLocks noGrp="1"/>
          </p:cNvSpPr>
          <p:nvPr>
            <p:ph type="sldNum" sz="quarter" idx="4"/>
          </p:nvPr>
        </p:nvSpPr>
        <p:spPr>
          <a:xfrm>
            <a:off x="11588480" y="6620041"/>
            <a:ext cx="242887" cy="153888"/>
          </a:xfrm>
          <a:prstGeom prst="rect">
            <a:avLst/>
          </a:prstGeom>
        </p:spPr>
        <p:txBody>
          <a:bodyPr vert="horz" lIns="0" tIns="0" rIns="0" bIns="0" rtlCol="0" anchor="ctr"/>
          <a:lstStyle>
            <a:lvl1pPr algn="l">
              <a:defRPr sz="800" b="1">
                <a:solidFill>
                  <a:schemeClr val="accent1"/>
                </a:solidFill>
                <a:latin typeface="Segoe UI Semibold" panose="020B0702040204020203" pitchFamily="34" charset="0"/>
                <a:cs typeface="Segoe UI Semibold" panose="020B0702040204020203" pitchFamily="34" charset="0"/>
              </a:defRPr>
            </a:lvl1pPr>
          </a:lstStyle>
          <a:p>
            <a:fld id="{951EC00E-BB64-4A41-A445-8289ACCE6AEC}" type="slidenum">
              <a:rPr lang="en-US" smtClean="0"/>
              <a:pPr/>
              <a:t>‹#›</a:t>
            </a:fld>
            <a:endParaRPr lang="en-US" dirty="0"/>
          </a:p>
        </p:txBody>
      </p:sp>
      <p:sp>
        <p:nvSpPr>
          <p:cNvPr id="2" name="Title 1">
            <a:extLst>
              <a:ext uri="{FF2B5EF4-FFF2-40B4-BE49-F238E27FC236}">
                <a16:creationId xmlns:a16="http://schemas.microsoft.com/office/drawing/2014/main" id="{460657CB-DB33-AC93-1672-8C1B6AF293F3}"/>
              </a:ext>
            </a:extLst>
          </p:cNvPr>
          <p:cNvSpPr>
            <a:spLocks noGrp="1"/>
          </p:cNvSpPr>
          <p:nvPr>
            <p:ph type="title" hasCustomPrompt="1"/>
          </p:nvPr>
        </p:nvSpPr>
        <p:spPr/>
        <p:txBody>
          <a:bodyPr/>
          <a:lstStyle/>
          <a:p>
            <a:pPr lvl="0"/>
            <a:r>
              <a:rPr lang="en-US" dirty="0"/>
              <a:t>Table of Contents</a:t>
            </a:r>
          </a:p>
        </p:txBody>
      </p:sp>
    </p:spTree>
    <p:extLst>
      <p:ext uri="{BB962C8B-B14F-4D97-AF65-F5344CB8AC3E}">
        <p14:creationId xmlns:p14="http://schemas.microsoft.com/office/powerpoint/2010/main" val="33737395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Divider">
    <p:spTree>
      <p:nvGrpSpPr>
        <p:cNvPr id="1" name=""/>
        <p:cNvGrpSpPr/>
        <p:nvPr/>
      </p:nvGrpSpPr>
      <p:grpSpPr>
        <a:xfrm>
          <a:off x="0" y="0"/>
          <a:ext cx="0" cy="0"/>
          <a:chOff x="0" y="0"/>
          <a:chExt cx="0" cy="0"/>
        </a:xfrm>
      </p:grpSpPr>
      <p:sp>
        <p:nvSpPr>
          <p:cNvPr id="6" name="Slide Number Placeholder 55">
            <a:extLst>
              <a:ext uri="{FF2B5EF4-FFF2-40B4-BE49-F238E27FC236}">
                <a16:creationId xmlns:a16="http://schemas.microsoft.com/office/drawing/2014/main" id="{03819AB1-C071-B35E-51FD-5562FD45E73D}"/>
              </a:ext>
            </a:extLst>
          </p:cNvPr>
          <p:cNvSpPr>
            <a:spLocks noGrp="1"/>
          </p:cNvSpPr>
          <p:nvPr>
            <p:ph type="sldNum" sz="quarter" idx="4"/>
          </p:nvPr>
        </p:nvSpPr>
        <p:spPr>
          <a:xfrm>
            <a:off x="11588480" y="6620041"/>
            <a:ext cx="242887" cy="153888"/>
          </a:xfrm>
          <a:prstGeom prst="rect">
            <a:avLst/>
          </a:prstGeom>
        </p:spPr>
        <p:txBody>
          <a:bodyPr vert="horz" lIns="0" tIns="0" rIns="0" bIns="0" rtlCol="0" anchor="ctr">
            <a:noAutofit/>
          </a:bodyPr>
          <a:lstStyle>
            <a:lvl1pPr algn="l">
              <a:defRPr sz="800" b="1">
                <a:solidFill>
                  <a:schemeClr val="accent1">
                    <a:alpha val="0"/>
                  </a:schemeClr>
                </a:solidFill>
                <a:latin typeface="Segoe UI Semibold" panose="020B0702040204020203" pitchFamily="34" charset="0"/>
                <a:cs typeface="Segoe UI Semibold" panose="020B0702040204020203" pitchFamily="34" charset="0"/>
              </a:defRPr>
            </a:lvl1pPr>
          </a:lstStyle>
          <a:p>
            <a:fld id="{951EC00E-BB64-4A41-A445-8289ACCE6AEC}" type="slidenum">
              <a:rPr lang="en-US" smtClean="0"/>
              <a:pPr/>
              <a:t>‹#›</a:t>
            </a:fld>
            <a:endParaRPr lang="en-US" dirty="0"/>
          </a:p>
        </p:txBody>
      </p:sp>
      <p:sp>
        <p:nvSpPr>
          <p:cNvPr id="4" name="Rectangle 3">
            <a:extLst>
              <a:ext uri="{FF2B5EF4-FFF2-40B4-BE49-F238E27FC236}">
                <a16:creationId xmlns:a16="http://schemas.microsoft.com/office/drawing/2014/main" id="{1030A6B9-CB4B-E109-9BA7-1226F5BCA0B8}"/>
              </a:ext>
            </a:extLst>
          </p:cNvPr>
          <p:cNvSpPr/>
          <p:nvPr userDrawn="1"/>
        </p:nvSpPr>
        <p:spPr>
          <a:xfrm>
            <a:off x="10334847" y="6324600"/>
            <a:ext cx="1857153" cy="533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1450" indent="-171450" algn="l">
              <a:spcBef>
                <a:spcPts val="600"/>
              </a:spcBef>
              <a:spcAft>
                <a:spcPts val="300"/>
              </a:spcAft>
              <a:buClr>
                <a:schemeClr val="bg2"/>
              </a:buClr>
              <a:buFont typeface="Arial" panose="020B0604020202020204" pitchFamily="34" charset="0"/>
              <a:buChar char="•"/>
            </a:pPr>
            <a:endParaRPr lang="en-US" sz="1000" kern="1200" dirty="0" err="1">
              <a:solidFill>
                <a:schemeClr val="tx1"/>
              </a:solidFill>
              <a:latin typeface="+mn-lt"/>
              <a:ea typeface="+mn-ea"/>
              <a:cs typeface="+mn-cs"/>
            </a:endParaRPr>
          </a:p>
        </p:txBody>
      </p:sp>
      <p:sp>
        <p:nvSpPr>
          <p:cNvPr id="54" name="Do not remove" hidden="1">
            <a:extLst>
              <a:ext uri="{FF2B5EF4-FFF2-40B4-BE49-F238E27FC236}">
                <a16:creationId xmlns:a16="http://schemas.microsoft.com/office/drawing/2014/main" id="{E5B35E04-9DC6-1B9B-E27F-4947D0D89DF8}"/>
              </a:ext>
            </a:extLst>
          </p:cNvPr>
          <p:cNvSpPr/>
          <p:nvPr userDrawn="1">
            <p:custDataLst>
              <p:tags r:id="rId1"/>
            </p:custDataLst>
          </p:nvPr>
        </p:nvSpPr>
        <p:spPr>
          <a:xfrm>
            <a:off x="0" y="0"/>
            <a:ext cx="12700" cy="12700"/>
          </a:xfrm>
          <a:prstGeom prst="octagon">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Alignment Bar">
            <a:extLst>
              <a:ext uri="{FF2B5EF4-FFF2-40B4-BE49-F238E27FC236}">
                <a16:creationId xmlns:a16="http://schemas.microsoft.com/office/drawing/2014/main" id="{13A3FFEC-186F-EE85-FC5A-402E0BAB35DA}"/>
              </a:ext>
            </a:extLst>
          </p:cNvPr>
          <p:cNvSpPr>
            <a:spLocks noGrp="1"/>
          </p:cNvSpPr>
          <p:nvPr>
            <p:ph type="body" sz="quarter" idx="15" hasCustomPrompt="1"/>
          </p:nvPr>
        </p:nvSpPr>
        <p:spPr>
          <a:xfrm>
            <a:off x="533401" y="-457200"/>
            <a:ext cx="5562600" cy="225425"/>
          </a:xfrm>
          <a:gradFill>
            <a:gsLst>
              <a:gs pos="0">
                <a:schemeClr val="accent1"/>
              </a:gs>
              <a:gs pos="50000">
                <a:schemeClr val="accent2"/>
              </a:gs>
              <a:gs pos="100000">
                <a:schemeClr val="accent1"/>
              </a:gs>
            </a:gsLst>
            <a:lin ang="0" scaled="0"/>
          </a:gradFill>
          <a:ln>
            <a:noFill/>
          </a:ln>
        </p:spPr>
        <p:txBody>
          <a:bodyPr anchor="ctr">
            <a:noAutofit/>
          </a:bodyPr>
          <a:lstStyle>
            <a:lvl1pPr marL="0" indent="0" algn="ctr">
              <a:buNone/>
              <a:defRPr sz="1400" b="1" spc="600">
                <a:solidFill>
                  <a:schemeClr val="tx2"/>
                </a:solidFill>
              </a:defRPr>
            </a:lvl1pPr>
          </a:lstStyle>
          <a:p>
            <a:pPr lvl="0"/>
            <a:r>
              <a:rPr lang="en-US" dirty="0"/>
              <a:t>ALIGNMENT BAR</a:t>
            </a:r>
          </a:p>
        </p:txBody>
      </p:sp>
      <p:sp>
        <p:nvSpPr>
          <p:cNvPr id="3" name="Alignment Bar">
            <a:extLst>
              <a:ext uri="{FF2B5EF4-FFF2-40B4-BE49-F238E27FC236}">
                <a16:creationId xmlns:a16="http://schemas.microsoft.com/office/drawing/2014/main" id="{AA4E5490-AE64-425E-0019-93310232A49B}"/>
              </a:ext>
            </a:extLst>
          </p:cNvPr>
          <p:cNvSpPr>
            <a:spLocks noGrp="1"/>
          </p:cNvSpPr>
          <p:nvPr>
            <p:ph type="body" sz="quarter" idx="19" hasCustomPrompt="1"/>
          </p:nvPr>
        </p:nvSpPr>
        <p:spPr>
          <a:xfrm>
            <a:off x="-457200" y="1295401"/>
            <a:ext cx="228600" cy="5029199"/>
          </a:xfrm>
          <a:gradFill>
            <a:gsLst>
              <a:gs pos="0">
                <a:schemeClr val="accent1"/>
              </a:gs>
              <a:gs pos="50000">
                <a:schemeClr val="accent2"/>
              </a:gs>
              <a:gs pos="100000">
                <a:schemeClr val="accent1"/>
              </a:gs>
            </a:gsLst>
            <a:lin ang="5400000" scaled="0"/>
          </a:gradFill>
        </p:spPr>
        <p:txBody>
          <a:bodyPr vert="vert270" anchor="ctr">
            <a:noAutofit/>
          </a:bodyPr>
          <a:lstStyle>
            <a:lvl1pPr marL="0" indent="0" algn="ctr">
              <a:buNone/>
              <a:defRPr sz="1400" b="1" spc="600">
                <a:solidFill>
                  <a:schemeClr val="tx2"/>
                </a:solidFill>
              </a:defRPr>
            </a:lvl1pPr>
            <a:lvl2pPr marL="182880" indent="0" algn="ctr">
              <a:buNone/>
              <a:defRPr/>
            </a:lvl2pPr>
            <a:lvl3pPr marL="365760" indent="0" algn="ctr">
              <a:buNone/>
              <a:defRPr/>
            </a:lvl3pPr>
            <a:lvl4pPr marL="548640" indent="0" algn="ctr">
              <a:buNone/>
              <a:defRPr/>
            </a:lvl4pPr>
            <a:lvl5pPr marL="731520" indent="0" algn="ctr">
              <a:buNone/>
              <a:defRPr/>
            </a:lvl5pPr>
          </a:lstStyle>
          <a:p>
            <a:pPr lvl="0"/>
            <a:r>
              <a:rPr lang="en-US" dirty="0"/>
              <a:t>ALIGNMENT BAR</a:t>
            </a:r>
          </a:p>
        </p:txBody>
      </p:sp>
      <p:sp>
        <p:nvSpPr>
          <p:cNvPr id="7" name="Freeform 6">
            <a:extLst>
              <a:ext uri="{FF2B5EF4-FFF2-40B4-BE49-F238E27FC236}">
                <a16:creationId xmlns:a16="http://schemas.microsoft.com/office/drawing/2014/main" id="{DC1398C2-C8BF-2A5F-172B-BF220D879406}"/>
              </a:ext>
            </a:extLst>
          </p:cNvPr>
          <p:cNvSpPr/>
          <p:nvPr/>
        </p:nvSpPr>
        <p:spPr>
          <a:xfrm>
            <a:off x="7763864" y="0"/>
            <a:ext cx="3898359" cy="2494369"/>
          </a:xfrm>
          <a:custGeom>
            <a:avLst/>
            <a:gdLst>
              <a:gd name="connsiteX0" fmla="*/ 3898360 w 3898359"/>
              <a:gd name="connsiteY0" fmla="*/ 0 h 2494369"/>
              <a:gd name="connsiteX1" fmla="*/ 0 w 3898359"/>
              <a:gd name="connsiteY1" fmla="*/ 0 h 2494369"/>
              <a:gd name="connsiteX2" fmla="*/ 1056873 w 3898359"/>
              <a:gd name="connsiteY2" fmla="*/ 2494370 h 2494369"/>
              <a:gd name="connsiteX3" fmla="*/ 3898360 w 3898359"/>
              <a:gd name="connsiteY3" fmla="*/ 0 h 2494369"/>
            </a:gdLst>
            <a:ahLst/>
            <a:cxnLst>
              <a:cxn ang="0">
                <a:pos x="connsiteX0" y="connsiteY0"/>
              </a:cxn>
              <a:cxn ang="0">
                <a:pos x="connsiteX1" y="connsiteY1"/>
              </a:cxn>
              <a:cxn ang="0">
                <a:pos x="connsiteX2" y="connsiteY2"/>
              </a:cxn>
              <a:cxn ang="0">
                <a:pos x="connsiteX3" y="connsiteY3"/>
              </a:cxn>
            </a:cxnLst>
            <a:rect l="l" t="t" r="r" b="b"/>
            <a:pathLst>
              <a:path w="3898359" h="2494369">
                <a:moveTo>
                  <a:pt x="3898360" y="0"/>
                </a:moveTo>
                <a:lnTo>
                  <a:pt x="0" y="0"/>
                </a:lnTo>
                <a:cubicBezTo>
                  <a:pt x="420555" y="794436"/>
                  <a:pt x="775284" y="1627713"/>
                  <a:pt x="1056873" y="2494370"/>
                </a:cubicBezTo>
                <a:cubicBezTo>
                  <a:pt x="1899811" y="1556098"/>
                  <a:pt x="2853677" y="717966"/>
                  <a:pt x="3898360" y="0"/>
                </a:cubicBezTo>
                <a:close/>
              </a:path>
            </a:pathLst>
          </a:custGeom>
          <a:solidFill>
            <a:srgbClr val="E3F7FC"/>
          </a:solidFill>
          <a:ln w="0" cap="flat">
            <a:noFill/>
            <a:prstDash val="solid"/>
            <a:miter/>
          </a:ln>
        </p:spPr>
        <p:txBody>
          <a:bodyPr rtlCol="0" anchor="ctr">
            <a:noAutofit/>
          </a:bodyPr>
          <a:lstStyle/>
          <a:p>
            <a:endParaRPr lang="en-US"/>
          </a:p>
        </p:txBody>
      </p:sp>
      <p:sp>
        <p:nvSpPr>
          <p:cNvPr id="28" name="Freeform 27">
            <a:extLst>
              <a:ext uri="{FF2B5EF4-FFF2-40B4-BE49-F238E27FC236}">
                <a16:creationId xmlns:a16="http://schemas.microsoft.com/office/drawing/2014/main" id="{2B128F81-65D6-1A56-6901-2B6C3991B4B8}"/>
              </a:ext>
            </a:extLst>
          </p:cNvPr>
          <p:cNvSpPr/>
          <p:nvPr userDrawn="1"/>
        </p:nvSpPr>
        <p:spPr>
          <a:xfrm>
            <a:off x="8820128" y="0"/>
            <a:ext cx="3371873" cy="6858001"/>
          </a:xfrm>
          <a:custGeom>
            <a:avLst/>
            <a:gdLst>
              <a:gd name="connsiteX0" fmla="*/ 2841488 w 3371873"/>
              <a:gd name="connsiteY0" fmla="*/ 0 h 6858001"/>
              <a:gd name="connsiteX1" fmla="*/ 3371873 w 3371873"/>
              <a:gd name="connsiteY1" fmla="*/ 0 h 6858001"/>
              <a:gd name="connsiteX2" fmla="*/ 3371873 w 3371873"/>
              <a:gd name="connsiteY2" fmla="*/ 6858001 h 6858001"/>
              <a:gd name="connsiteX3" fmla="*/ 758565 w 3371873"/>
              <a:gd name="connsiteY3" fmla="*/ 6858001 h 6858001"/>
              <a:gd name="connsiteX4" fmla="*/ 732181 w 3371873"/>
              <a:gd name="connsiteY4" fmla="*/ 6307096 h 6858001"/>
              <a:gd name="connsiteX5" fmla="*/ 610 w 3371873"/>
              <a:gd name="connsiteY5" fmla="*/ 2494370 h 6858001"/>
              <a:gd name="connsiteX6" fmla="*/ 0 w 3371873"/>
              <a:gd name="connsiteY6" fmla="*/ 2494370 h 6858001"/>
              <a:gd name="connsiteX7" fmla="*/ 2841488 w 3371873"/>
              <a:gd name="connsiteY7" fmla="*/ 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71873" h="6858001">
                <a:moveTo>
                  <a:pt x="2841488" y="0"/>
                </a:moveTo>
                <a:lnTo>
                  <a:pt x="3371873" y="0"/>
                </a:lnTo>
                <a:lnTo>
                  <a:pt x="3371873" y="6858001"/>
                </a:lnTo>
                <a:lnTo>
                  <a:pt x="758565" y="6858001"/>
                </a:lnTo>
                <a:lnTo>
                  <a:pt x="732181" y="6307096"/>
                </a:lnTo>
                <a:cubicBezTo>
                  <a:pt x="645117" y="4985346"/>
                  <a:pt x="394728" y="3707796"/>
                  <a:pt x="610" y="2494370"/>
                </a:cubicBezTo>
                <a:lnTo>
                  <a:pt x="0" y="2494370"/>
                </a:lnTo>
                <a:cubicBezTo>
                  <a:pt x="843548" y="1556098"/>
                  <a:pt x="1796805" y="717966"/>
                  <a:pt x="2841488" y="0"/>
                </a:cubicBezTo>
                <a:close/>
              </a:path>
            </a:pathLst>
          </a:custGeom>
          <a:gradFill>
            <a:gsLst>
              <a:gs pos="0">
                <a:schemeClr val="accent2"/>
              </a:gs>
              <a:gs pos="100000">
                <a:schemeClr val="accent2">
                  <a:alpha val="0"/>
                </a:schemeClr>
              </a:gs>
            </a:gsLst>
            <a:lin ang="3600000" scaled="0"/>
          </a:gradFill>
          <a:ln w="60925" cap="flat">
            <a:noFill/>
            <a:prstDash val="solid"/>
            <a:miter/>
          </a:ln>
        </p:spPr>
        <p:txBody>
          <a:bodyPr wrap="square" rtlCol="0" anchor="ctr">
            <a:noAutofit/>
          </a:bodyPr>
          <a:lstStyle/>
          <a:p>
            <a:endParaRPr lang="en-US"/>
          </a:p>
        </p:txBody>
      </p:sp>
      <p:sp>
        <p:nvSpPr>
          <p:cNvPr id="9" name="Freeform 8">
            <a:extLst>
              <a:ext uri="{FF2B5EF4-FFF2-40B4-BE49-F238E27FC236}">
                <a16:creationId xmlns:a16="http://schemas.microsoft.com/office/drawing/2014/main" id="{F8C114A7-5FFA-A3D5-5FFB-1A2B5C4337CF}"/>
              </a:ext>
            </a:extLst>
          </p:cNvPr>
          <p:cNvSpPr/>
          <p:nvPr/>
        </p:nvSpPr>
        <p:spPr>
          <a:xfrm>
            <a:off x="0" y="0"/>
            <a:ext cx="7735769" cy="6876207"/>
          </a:xfrm>
          <a:custGeom>
            <a:avLst/>
            <a:gdLst>
              <a:gd name="connsiteX0" fmla="*/ 0 w 7735769"/>
              <a:gd name="connsiteY0" fmla="*/ 6876208 h 6876207"/>
              <a:gd name="connsiteX1" fmla="*/ 4940604 w 7735769"/>
              <a:gd name="connsiteY1" fmla="*/ 6876208 h 6876207"/>
              <a:gd name="connsiteX2" fmla="*/ 7735769 w 7735769"/>
              <a:gd name="connsiteY2" fmla="*/ 2494370 h 6876207"/>
              <a:gd name="connsiteX3" fmla="*/ 6678897 w 7735769"/>
              <a:gd name="connsiteY3" fmla="*/ 0 h 6876207"/>
              <a:gd name="connsiteX4" fmla="*/ 0 w 7735769"/>
              <a:gd name="connsiteY4" fmla="*/ 0 h 6876207"/>
              <a:gd name="connsiteX5" fmla="*/ 0 w 7735769"/>
              <a:gd name="connsiteY5" fmla="*/ 6876208 h 6876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35769" h="6876207">
                <a:moveTo>
                  <a:pt x="0" y="6876208"/>
                </a:moveTo>
                <a:lnTo>
                  <a:pt x="4940604" y="6876208"/>
                </a:lnTo>
                <a:cubicBezTo>
                  <a:pt x="5627510" y="5261846"/>
                  <a:pt x="6577111" y="3783431"/>
                  <a:pt x="7735769" y="2494370"/>
                </a:cubicBezTo>
                <a:cubicBezTo>
                  <a:pt x="7454181" y="1627713"/>
                  <a:pt x="7099452" y="793829"/>
                  <a:pt x="6678897" y="0"/>
                </a:cubicBezTo>
                <a:lnTo>
                  <a:pt x="0" y="0"/>
                </a:lnTo>
                <a:lnTo>
                  <a:pt x="0" y="6876208"/>
                </a:lnTo>
                <a:close/>
              </a:path>
            </a:pathLst>
          </a:custGeom>
          <a:noFill/>
          <a:ln w="0" cap="flat">
            <a:noFill/>
            <a:prstDash val="solid"/>
            <a:miter/>
          </a:ln>
        </p:spPr>
        <p:txBody>
          <a:bodyPr rtlCol="0" anchor="ctr">
            <a:noAutofit/>
          </a:bodyPr>
          <a:lstStyle/>
          <a:p>
            <a:endParaRPr lang="en-US"/>
          </a:p>
        </p:txBody>
      </p:sp>
      <p:sp>
        <p:nvSpPr>
          <p:cNvPr id="24" name="Freeform 23">
            <a:extLst>
              <a:ext uri="{FF2B5EF4-FFF2-40B4-BE49-F238E27FC236}">
                <a16:creationId xmlns:a16="http://schemas.microsoft.com/office/drawing/2014/main" id="{79047C6D-ECE7-FB29-6352-6C24D75549E7}"/>
              </a:ext>
            </a:extLst>
          </p:cNvPr>
          <p:cNvSpPr/>
          <p:nvPr/>
        </p:nvSpPr>
        <p:spPr>
          <a:xfrm>
            <a:off x="6034384" y="2494369"/>
            <a:ext cx="3544917" cy="4363631"/>
          </a:xfrm>
          <a:custGeom>
            <a:avLst/>
            <a:gdLst>
              <a:gd name="connsiteX0" fmla="*/ 2786962 w 3544917"/>
              <a:gd name="connsiteY0" fmla="*/ 0 h 4363631"/>
              <a:gd name="connsiteX1" fmla="*/ 3518533 w 3544917"/>
              <a:gd name="connsiteY1" fmla="*/ 3812726 h 4363631"/>
              <a:gd name="connsiteX2" fmla="*/ 3544917 w 3544917"/>
              <a:gd name="connsiteY2" fmla="*/ 4363631 h 4363631"/>
              <a:gd name="connsiteX3" fmla="*/ 0 w 3544917"/>
              <a:gd name="connsiteY3" fmla="*/ 4363631 h 4363631"/>
              <a:gd name="connsiteX4" fmla="*/ 261596 w 3544917"/>
              <a:gd name="connsiteY4" fmla="*/ 3782954 h 4363631"/>
              <a:gd name="connsiteX5" fmla="*/ 2786962 w 3544917"/>
              <a:gd name="connsiteY5" fmla="*/ 0 h 4363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44917" h="4363631">
                <a:moveTo>
                  <a:pt x="2786962" y="0"/>
                </a:moveTo>
                <a:cubicBezTo>
                  <a:pt x="3181080" y="1213427"/>
                  <a:pt x="3431470" y="2490976"/>
                  <a:pt x="3518533" y="3812726"/>
                </a:cubicBezTo>
                <a:lnTo>
                  <a:pt x="3544917" y="4363631"/>
                </a:lnTo>
                <a:lnTo>
                  <a:pt x="0" y="4363631"/>
                </a:lnTo>
                <a:lnTo>
                  <a:pt x="261596" y="3782954"/>
                </a:lnTo>
                <a:cubicBezTo>
                  <a:pt x="919370" y="2400964"/>
                  <a:pt x="1773137" y="1128460"/>
                  <a:pt x="2786962" y="0"/>
                </a:cubicBezTo>
                <a:close/>
              </a:path>
            </a:pathLst>
          </a:custGeom>
          <a:gradFill>
            <a:gsLst>
              <a:gs pos="0">
                <a:schemeClr val="accent1"/>
              </a:gs>
              <a:gs pos="100000">
                <a:schemeClr val="accent1">
                  <a:alpha val="10000"/>
                </a:schemeClr>
              </a:gs>
            </a:gsLst>
            <a:lin ang="3600000" scaled="0"/>
          </a:gradFill>
          <a:ln w="0" cap="flat">
            <a:noFill/>
            <a:prstDash val="solid"/>
            <a:miter/>
          </a:ln>
        </p:spPr>
        <p:txBody>
          <a:bodyPr wrap="square" rtlCol="0" anchor="ctr">
            <a:noAutofit/>
          </a:bodyPr>
          <a:lstStyle/>
          <a:p>
            <a:endParaRPr lang="en-US"/>
          </a:p>
        </p:txBody>
      </p:sp>
      <p:sp>
        <p:nvSpPr>
          <p:cNvPr id="51" name="Section Title">
            <a:extLst>
              <a:ext uri="{FF2B5EF4-FFF2-40B4-BE49-F238E27FC236}">
                <a16:creationId xmlns:a16="http://schemas.microsoft.com/office/drawing/2014/main" id="{B541A1F6-B5D4-A351-C768-3B0AF9E2DB68}"/>
              </a:ext>
            </a:extLst>
          </p:cNvPr>
          <p:cNvSpPr>
            <a:spLocks noGrp="1"/>
          </p:cNvSpPr>
          <p:nvPr>
            <p:ph type="body" sz="quarter" idx="33" hasCustomPrompt="1"/>
          </p:nvPr>
        </p:nvSpPr>
        <p:spPr>
          <a:xfrm>
            <a:off x="19050" y="0"/>
            <a:ext cx="6076950" cy="6858000"/>
          </a:xfrm>
        </p:spPr>
        <p:txBody>
          <a:bodyPr anchor="ctr">
            <a:noAutofit/>
          </a:bodyPr>
          <a:lstStyle>
            <a:lvl1pPr marL="514350" indent="-514350">
              <a:lnSpc>
                <a:spcPct val="90000"/>
              </a:lnSpc>
              <a:spcBef>
                <a:spcPts val="0"/>
              </a:spcBef>
              <a:spcAft>
                <a:spcPts val="0"/>
              </a:spcAft>
              <a:buClr>
                <a:schemeClr val="bg1"/>
              </a:buClr>
              <a:buFont typeface="+mj-lt"/>
              <a:buAutoNum type="arabicPeriod"/>
              <a:defRPr sz="3200" b="0" cap="all" baseline="0">
                <a:solidFill>
                  <a:schemeClr val="tx2"/>
                </a:solidFill>
                <a:latin typeface="Impact" panose="020B0806030902050204" pitchFamily="34" charset="0"/>
                <a:cs typeface="Arial" panose="020B0604020202020204" pitchFamily="34" charset="0"/>
              </a:defRPr>
            </a:lvl1pPr>
            <a:lvl2pPr marL="515938" indent="-514350">
              <a:lnSpc>
                <a:spcPct val="90000"/>
              </a:lnSpc>
              <a:spcBef>
                <a:spcPts val="0"/>
              </a:spcBef>
              <a:spcAft>
                <a:spcPts val="0"/>
              </a:spcAft>
              <a:buClr>
                <a:schemeClr val="bg1"/>
              </a:buClr>
              <a:buFont typeface="+mj-lt"/>
              <a:buAutoNum type="arabicPeriod"/>
              <a:defRPr sz="3200" b="0" cap="all" baseline="0">
                <a:solidFill>
                  <a:schemeClr val="bg2"/>
                </a:solidFill>
                <a:latin typeface="Impact" panose="020B0806030902050204" pitchFamily="34" charset="0"/>
                <a:cs typeface="Arial" panose="020B0604020202020204" pitchFamily="34" charset="0"/>
              </a:defRPr>
            </a:lvl2pPr>
          </a:lstStyle>
          <a:p>
            <a:pPr lvl="0"/>
            <a:r>
              <a:rPr lang="en-US" dirty="0"/>
              <a:t>Section topic</a:t>
            </a:r>
          </a:p>
          <a:p>
            <a:pPr lvl="1"/>
            <a:r>
              <a:rPr lang="en-US" dirty="0"/>
              <a:t>Subsection topic</a:t>
            </a:r>
          </a:p>
        </p:txBody>
      </p:sp>
      <p:sp>
        <p:nvSpPr>
          <p:cNvPr id="5" name="Rectangle 4">
            <a:extLst>
              <a:ext uri="{FF2B5EF4-FFF2-40B4-BE49-F238E27FC236}">
                <a16:creationId xmlns:a16="http://schemas.microsoft.com/office/drawing/2014/main" id="{0B76537F-7EEE-1645-7820-32E95B623B21}"/>
              </a:ext>
            </a:extLst>
          </p:cNvPr>
          <p:cNvSpPr/>
          <p:nvPr userDrawn="1"/>
        </p:nvSpPr>
        <p:spPr>
          <a:xfrm>
            <a:off x="222772" y="354563"/>
            <a:ext cx="138571" cy="74644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oAutofit/>
          </a:bodyPr>
          <a:lstStyle/>
          <a:p>
            <a:pPr marL="137160" indent="-137160" algn="l">
              <a:spcBef>
                <a:spcPts val="300"/>
              </a:spcBef>
              <a:spcAft>
                <a:spcPts val="600"/>
              </a:spcAft>
              <a:buFont typeface="Arial" panose="020B0604020202020204" pitchFamily="34" charset="0"/>
              <a:buChar char="•"/>
            </a:pPr>
            <a:endParaRPr lang="en-US" sz="1050">
              <a:solidFill>
                <a:schemeClr val="tx1"/>
              </a:solidFill>
            </a:endParaRPr>
          </a:p>
        </p:txBody>
      </p:sp>
    </p:spTree>
    <p:extLst>
      <p:ext uri="{BB962C8B-B14F-4D97-AF65-F5344CB8AC3E}">
        <p14:creationId xmlns:p14="http://schemas.microsoft.com/office/powerpoint/2010/main" val="30490003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sv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0627DAD2-F392-99A8-B4A7-ED19DA55310F}"/>
              </a:ext>
            </a:extLst>
          </p:cNvPr>
          <p:cNvSpPr>
            <a:spLocks noGrp="1"/>
          </p:cNvSpPr>
          <p:nvPr>
            <p:ph type="title"/>
          </p:nvPr>
        </p:nvSpPr>
        <p:spPr>
          <a:xfrm>
            <a:off x="533400" y="228602"/>
            <a:ext cx="11125200" cy="447004"/>
          </a:xfrm>
          <a:prstGeom prst="rect">
            <a:avLst/>
          </a:prstGeom>
        </p:spPr>
        <p:txBody>
          <a:bodyPr vert="horz" lIns="0" tIns="0" rIns="0" bIns="0" rtlCol="0" anchor="b" anchorCtr="0">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186846E8-5DA5-8203-7362-80B49BC83A11}"/>
              </a:ext>
            </a:extLst>
          </p:cNvPr>
          <p:cNvSpPr>
            <a:spLocks noGrp="1"/>
          </p:cNvSpPr>
          <p:nvPr>
            <p:ph type="body" idx="1"/>
          </p:nvPr>
        </p:nvSpPr>
        <p:spPr>
          <a:xfrm>
            <a:off x="533400" y="1295400"/>
            <a:ext cx="11125200" cy="4697777"/>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3" name="TextBox 42">
            <a:extLst>
              <a:ext uri="{FF2B5EF4-FFF2-40B4-BE49-F238E27FC236}">
                <a16:creationId xmlns:a16="http://schemas.microsoft.com/office/drawing/2014/main" id="{32ED5B8A-CF15-95F0-5F48-D3DC8533AF33}"/>
              </a:ext>
            </a:extLst>
          </p:cNvPr>
          <p:cNvSpPr txBox="1"/>
          <p:nvPr userDrawn="1"/>
        </p:nvSpPr>
        <p:spPr>
          <a:xfrm>
            <a:off x="9068895" y="6644164"/>
            <a:ext cx="2490537" cy="107722"/>
          </a:xfrm>
          <a:prstGeom prst="rect">
            <a:avLst/>
          </a:prstGeom>
          <a:noFill/>
        </p:spPr>
        <p:txBody>
          <a:bodyPr wrap="square" lIns="0" tIns="0" rIns="0" bIns="0" anchor="ctr">
            <a:spAutoFit/>
          </a:bodyPr>
          <a:lstStyle/>
          <a:p>
            <a:pPr algn="r"/>
            <a:r>
              <a:rPr lang="en-US" sz="700" b="0" dirty="0">
                <a:solidFill>
                  <a:schemeClr val="tx2"/>
                </a:solidFill>
              </a:rPr>
              <a:t>Private and Confidential I</a:t>
            </a:r>
            <a:endParaRPr lang="en-US" sz="1000" b="1" i="0" dirty="0">
              <a:solidFill>
                <a:schemeClr val="accent1"/>
              </a:solidFill>
              <a:latin typeface="Segoe UI Semibold" panose="020B0502040204020203" pitchFamily="34" charset="0"/>
              <a:cs typeface="Segoe UI Semibold" panose="020B0502040204020203" pitchFamily="34" charset="0"/>
            </a:endParaRPr>
          </a:p>
        </p:txBody>
      </p:sp>
      <p:sp>
        <p:nvSpPr>
          <p:cNvPr id="7" name="TextBox 6">
            <a:extLst>
              <a:ext uri="{FF2B5EF4-FFF2-40B4-BE49-F238E27FC236}">
                <a16:creationId xmlns:a16="http://schemas.microsoft.com/office/drawing/2014/main" id="{11D7F998-18F3-1D35-F9AC-DADA879DD12A}"/>
              </a:ext>
            </a:extLst>
          </p:cNvPr>
          <p:cNvSpPr txBox="1"/>
          <p:nvPr userDrawn="1"/>
        </p:nvSpPr>
        <p:spPr>
          <a:xfrm>
            <a:off x="533400" y="864823"/>
            <a:ext cx="11125200" cy="369332"/>
          </a:xfrm>
          <a:prstGeom prst="rect">
            <a:avLst/>
          </a:prstGeom>
          <a:noFill/>
        </p:spPr>
        <p:txBody>
          <a:bodyPr wrap="square" rtlCol="0">
            <a:spAutoFit/>
          </a:bodyPr>
          <a:lstStyle/>
          <a:p>
            <a:endParaRPr lang="en-US"/>
          </a:p>
        </p:txBody>
      </p:sp>
      <p:pic>
        <p:nvPicPr>
          <p:cNvPr id="16" name="Graphic 15">
            <a:extLst>
              <a:ext uri="{FF2B5EF4-FFF2-40B4-BE49-F238E27FC236}">
                <a16:creationId xmlns:a16="http://schemas.microsoft.com/office/drawing/2014/main" id="{D34F1864-3D55-699E-0182-5802317A9996}"/>
              </a:ext>
            </a:extLst>
          </p:cNvPr>
          <p:cNvPicPr>
            <a:picLocks noChangeAspect="1"/>
          </p:cNvPicPr>
          <p:nvPr userDrawn="1"/>
        </p:nvPicPr>
        <p:blipFill rotWithShape="1">
          <a:blip>
            <a:extLst>
              <a:ext uri="{96DAC541-7B7A-43D3-8B79-37D633B846F1}">
                <asvg:svgBlip xmlns:asvg="http://schemas.microsoft.com/office/drawing/2016/SVG/main" r:embed="rId11"/>
              </a:ext>
            </a:extLst>
          </a:blip>
          <a:srcRect t="10680" b="32901"/>
          <a:stretch/>
        </p:blipFill>
        <p:spPr>
          <a:xfrm>
            <a:off x="241208" y="6493615"/>
            <a:ext cx="1253595" cy="220762"/>
          </a:xfrm>
          <a:prstGeom prst="rect">
            <a:avLst/>
          </a:prstGeom>
        </p:spPr>
      </p:pic>
      <p:sp>
        <p:nvSpPr>
          <p:cNvPr id="13" name="Rectangle 12">
            <a:extLst>
              <a:ext uri="{FF2B5EF4-FFF2-40B4-BE49-F238E27FC236}">
                <a16:creationId xmlns:a16="http://schemas.microsoft.com/office/drawing/2014/main" id="{62FE1D10-62CD-6726-9ED7-AEFA2AC8D58D}"/>
              </a:ext>
            </a:extLst>
          </p:cNvPr>
          <p:cNvSpPr/>
          <p:nvPr userDrawn="1"/>
        </p:nvSpPr>
        <p:spPr>
          <a:xfrm>
            <a:off x="253315" y="395416"/>
            <a:ext cx="80318" cy="667667"/>
          </a:xfrm>
          <a:prstGeom prst="rect">
            <a:avLst/>
          </a:prstGeom>
          <a:solidFill>
            <a:srgbClr val="85D6F9"/>
          </a:solidFill>
          <a:ln>
            <a:noFill/>
          </a:ln>
        </p:spPr>
        <p:style>
          <a:lnRef idx="3">
            <a:schemeClr val="lt1"/>
          </a:lnRef>
          <a:fillRef idx="1">
            <a:schemeClr val="accent2"/>
          </a:fillRef>
          <a:effectRef idx="1">
            <a:schemeClr val="accent2"/>
          </a:effectRef>
          <a:fontRef idx="minor">
            <a:schemeClr val="lt1"/>
          </a:fontRef>
        </p:style>
        <p:txBody>
          <a:bodyPr rtlCol="0" anchor="ctr"/>
          <a:lstStyle/>
          <a:p>
            <a:pPr algn="ctr"/>
            <a:endParaRPr lang="en-US">
              <a:solidFill>
                <a:srgbClr val="E3F7FC"/>
              </a:solidFill>
            </a:endParaRPr>
          </a:p>
        </p:txBody>
      </p:sp>
      <p:sp>
        <p:nvSpPr>
          <p:cNvPr id="20" name="TextBox 19">
            <a:extLst>
              <a:ext uri="{FF2B5EF4-FFF2-40B4-BE49-F238E27FC236}">
                <a16:creationId xmlns:a16="http://schemas.microsoft.com/office/drawing/2014/main" id="{55C33696-90BC-C880-14FA-1AEA163D64CC}"/>
              </a:ext>
            </a:extLst>
          </p:cNvPr>
          <p:cNvSpPr txBox="1"/>
          <p:nvPr userDrawn="1"/>
        </p:nvSpPr>
        <p:spPr>
          <a:xfrm>
            <a:off x="12365901" y="-253916"/>
            <a:ext cx="1003801" cy="253916"/>
          </a:xfrm>
          <a:prstGeom prst="rect">
            <a:avLst/>
          </a:prstGeom>
          <a:noFill/>
        </p:spPr>
        <p:txBody>
          <a:bodyPr wrap="none" rtlCol="0">
            <a:spAutoFit/>
          </a:bodyPr>
          <a:lstStyle/>
          <a:p>
            <a:r>
              <a:rPr lang="en-US" sz="1050" b="1" dirty="0"/>
              <a:t>Color Palette</a:t>
            </a:r>
          </a:p>
        </p:txBody>
      </p:sp>
      <p:sp>
        <p:nvSpPr>
          <p:cNvPr id="25" name="Rounded Rectangle 24">
            <a:extLst>
              <a:ext uri="{FF2B5EF4-FFF2-40B4-BE49-F238E27FC236}">
                <a16:creationId xmlns:a16="http://schemas.microsoft.com/office/drawing/2014/main" id="{BF3D1C1B-ED94-D264-4D37-7FC191E77CC7}"/>
              </a:ext>
            </a:extLst>
          </p:cNvPr>
          <p:cNvSpPr/>
          <p:nvPr userDrawn="1"/>
        </p:nvSpPr>
        <p:spPr>
          <a:xfrm>
            <a:off x="12464756" y="54980"/>
            <a:ext cx="320040" cy="457200"/>
          </a:xfrm>
          <a:prstGeom prst="round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7</a:t>
            </a:r>
            <a:br>
              <a:rPr lang="en-US" sz="800">
                <a:solidFill>
                  <a:schemeClr val="bg1"/>
                </a:solidFill>
              </a:rPr>
            </a:br>
            <a:r>
              <a:rPr lang="en-US" sz="800">
                <a:solidFill>
                  <a:schemeClr val="bg1"/>
                </a:solidFill>
              </a:rPr>
              <a:t>2</a:t>
            </a:r>
          </a:p>
          <a:p>
            <a:pPr algn="ctr"/>
            <a:r>
              <a:rPr lang="en-US" sz="800">
                <a:solidFill>
                  <a:schemeClr val="bg1"/>
                </a:solidFill>
              </a:rPr>
              <a:t>99</a:t>
            </a:r>
          </a:p>
        </p:txBody>
      </p:sp>
      <p:sp>
        <p:nvSpPr>
          <p:cNvPr id="27" name="TextBox 26">
            <a:extLst>
              <a:ext uri="{FF2B5EF4-FFF2-40B4-BE49-F238E27FC236}">
                <a16:creationId xmlns:a16="http://schemas.microsoft.com/office/drawing/2014/main" id="{07C74CB6-B8DE-F3A0-540F-6FED1A200F8B}"/>
              </a:ext>
            </a:extLst>
          </p:cNvPr>
          <p:cNvSpPr txBox="1"/>
          <p:nvPr userDrawn="1"/>
        </p:nvSpPr>
        <p:spPr>
          <a:xfrm>
            <a:off x="12805914" y="156622"/>
            <a:ext cx="615874" cy="253916"/>
          </a:xfrm>
          <a:prstGeom prst="rect">
            <a:avLst/>
          </a:prstGeom>
          <a:noFill/>
        </p:spPr>
        <p:txBody>
          <a:bodyPr wrap="none" rtlCol="0">
            <a:spAutoFit/>
          </a:bodyPr>
          <a:lstStyle/>
          <a:p>
            <a:r>
              <a:rPr lang="en-US" sz="1050"/>
              <a:t>Header</a:t>
            </a:r>
          </a:p>
        </p:txBody>
      </p:sp>
      <p:sp>
        <p:nvSpPr>
          <p:cNvPr id="29" name="TextBox 28">
            <a:extLst>
              <a:ext uri="{FF2B5EF4-FFF2-40B4-BE49-F238E27FC236}">
                <a16:creationId xmlns:a16="http://schemas.microsoft.com/office/drawing/2014/main" id="{B2073029-2A1F-8025-D32B-1ACD8FD2D3CD}"/>
              </a:ext>
            </a:extLst>
          </p:cNvPr>
          <p:cNvSpPr txBox="1"/>
          <p:nvPr userDrawn="1"/>
        </p:nvSpPr>
        <p:spPr>
          <a:xfrm>
            <a:off x="12805914" y="686011"/>
            <a:ext cx="861133" cy="253916"/>
          </a:xfrm>
          <a:prstGeom prst="rect">
            <a:avLst/>
          </a:prstGeom>
          <a:noFill/>
        </p:spPr>
        <p:txBody>
          <a:bodyPr wrap="none" rtlCol="0">
            <a:spAutoFit/>
          </a:bodyPr>
          <a:lstStyle/>
          <a:p>
            <a:r>
              <a:rPr lang="en-US" sz="1050" dirty="0"/>
              <a:t>Sub header</a:t>
            </a:r>
          </a:p>
        </p:txBody>
      </p:sp>
      <p:sp>
        <p:nvSpPr>
          <p:cNvPr id="30" name="TextBox 29">
            <a:extLst>
              <a:ext uri="{FF2B5EF4-FFF2-40B4-BE49-F238E27FC236}">
                <a16:creationId xmlns:a16="http://schemas.microsoft.com/office/drawing/2014/main" id="{8E18D9D5-6565-999A-C11F-DF07D03AEBBE}"/>
              </a:ext>
            </a:extLst>
          </p:cNvPr>
          <p:cNvSpPr txBox="1"/>
          <p:nvPr userDrawn="1"/>
        </p:nvSpPr>
        <p:spPr>
          <a:xfrm>
            <a:off x="12805914" y="1768684"/>
            <a:ext cx="806631" cy="253916"/>
          </a:xfrm>
          <a:prstGeom prst="rect">
            <a:avLst/>
          </a:prstGeom>
          <a:noFill/>
        </p:spPr>
        <p:txBody>
          <a:bodyPr wrap="none" rtlCol="0">
            <a:spAutoFit/>
          </a:bodyPr>
          <a:lstStyle/>
          <a:p>
            <a:r>
              <a:rPr lang="en-US" sz="1050"/>
              <a:t>Body copy</a:t>
            </a:r>
          </a:p>
        </p:txBody>
      </p:sp>
      <p:sp>
        <p:nvSpPr>
          <p:cNvPr id="31" name="TextBox 30">
            <a:extLst>
              <a:ext uri="{FF2B5EF4-FFF2-40B4-BE49-F238E27FC236}">
                <a16:creationId xmlns:a16="http://schemas.microsoft.com/office/drawing/2014/main" id="{3F4EB1A4-521B-41FA-8394-D8A08607F4F1}"/>
              </a:ext>
            </a:extLst>
          </p:cNvPr>
          <p:cNvSpPr txBox="1"/>
          <p:nvPr userDrawn="1"/>
        </p:nvSpPr>
        <p:spPr>
          <a:xfrm>
            <a:off x="12805914" y="1228749"/>
            <a:ext cx="1255472" cy="253916"/>
          </a:xfrm>
          <a:prstGeom prst="rect">
            <a:avLst/>
          </a:prstGeom>
          <a:noFill/>
        </p:spPr>
        <p:txBody>
          <a:bodyPr wrap="none" rtlCol="0">
            <a:spAutoFit/>
          </a:bodyPr>
          <a:lstStyle/>
          <a:p>
            <a:r>
              <a:rPr lang="en-US" sz="1050" dirty="0"/>
              <a:t>Body copy header</a:t>
            </a:r>
          </a:p>
        </p:txBody>
      </p:sp>
      <p:sp>
        <p:nvSpPr>
          <p:cNvPr id="32" name="Rounded Rectangle 31">
            <a:extLst>
              <a:ext uri="{FF2B5EF4-FFF2-40B4-BE49-F238E27FC236}">
                <a16:creationId xmlns:a16="http://schemas.microsoft.com/office/drawing/2014/main" id="{689B7071-EA7E-B099-2B93-5EAC196EBF06}"/>
              </a:ext>
            </a:extLst>
          </p:cNvPr>
          <p:cNvSpPr/>
          <p:nvPr userDrawn="1"/>
        </p:nvSpPr>
        <p:spPr>
          <a:xfrm>
            <a:off x="12464756" y="2221396"/>
            <a:ext cx="320040" cy="457200"/>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79</a:t>
            </a:r>
            <a:br>
              <a:rPr lang="en-US" sz="800">
                <a:solidFill>
                  <a:schemeClr val="bg1"/>
                </a:solidFill>
              </a:rPr>
            </a:br>
            <a:r>
              <a:rPr lang="en-US" sz="800">
                <a:solidFill>
                  <a:schemeClr val="bg1"/>
                </a:solidFill>
              </a:rPr>
              <a:t>76</a:t>
            </a:r>
          </a:p>
          <a:p>
            <a:pPr algn="ctr"/>
            <a:r>
              <a:rPr lang="en-US" sz="800">
                <a:solidFill>
                  <a:schemeClr val="bg1"/>
                </a:solidFill>
              </a:rPr>
              <a:t>177</a:t>
            </a:r>
          </a:p>
        </p:txBody>
      </p:sp>
      <p:sp>
        <p:nvSpPr>
          <p:cNvPr id="33" name="Rounded Rectangle 32">
            <a:extLst>
              <a:ext uri="{FF2B5EF4-FFF2-40B4-BE49-F238E27FC236}">
                <a16:creationId xmlns:a16="http://schemas.microsoft.com/office/drawing/2014/main" id="{C9F94E4E-90A8-3DE6-5ABE-95F513F4DA65}"/>
              </a:ext>
            </a:extLst>
          </p:cNvPr>
          <p:cNvSpPr/>
          <p:nvPr userDrawn="1"/>
        </p:nvSpPr>
        <p:spPr>
          <a:xfrm>
            <a:off x="12841320" y="2221396"/>
            <a:ext cx="320040" cy="457200"/>
          </a:xfrm>
          <a:prstGeom prst="roundRect">
            <a:avLst/>
          </a:prstGeom>
          <a:solidFill>
            <a:srgbClr val="178AE0"/>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23</a:t>
            </a:r>
          </a:p>
          <a:p>
            <a:pPr algn="ctr"/>
            <a:r>
              <a:rPr lang="en-US" sz="800">
                <a:solidFill>
                  <a:schemeClr val="bg1"/>
                </a:solidFill>
              </a:rPr>
              <a:t>138</a:t>
            </a:r>
          </a:p>
          <a:p>
            <a:pPr algn="ctr"/>
            <a:r>
              <a:rPr lang="en-US" sz="800">
                <a:solidFill>
                  <a:schemeClr val="bg1"/>
                </a:solidFill>
              </a:rPr>
              <a:t>224</a:t>
            </a:r>
          </a:p>
        </p:txBody>
      </p:sp>
      <p:sp>
        <p:nvSpPr>
          <p:cNvPr id="34" name="TextBox 33">
            <a:extLst>
              <a:ext uri="{FF2B5EF4-FFF2-40B4-BE49-F238E27FC236}">
                <a16:creationId xmlns:a16="http://schemas.microsoft.com/office/drawing/2014/main" id="{AD5A1306-5ED2-EFA5-9155-D82D9CB451D0}"/>
              </a:ext>
            </a:extLst>
          </p:cNvPr>
          <p:cNvSpPr txBox="1"/>
          <p:nvPr userDrawn="1"/>
        </p:nvSpPr>
        <p:spPr>
          <a:xfrm>
            <a:off x="13596018" y="2323038"/>
            <a:ext cx="1075936" cy="253916"/>
          </a:xfrm>
          <a:prstGeom prst="rect">
            <a:avLst/>
          </a:prstGeom>
          <a:noFill/>
        </p:spPr>
        <p:txBody>
          <a:bodyPr wrap="none" rtlCol="0">
            <a:spAutoFit/>
          </a:bodyPr>
          <a:lstStyle/>
          <a:p>
            <a:r>
              <a:rPr lang="en-US" sz="1050"/>
              <a:t>Line color (1pt)</a:t>
            </a:r>
          </a:p>
        </p:txBody>
      </p:sp>
      <p:sp>
        <p:nvSpPr>
          <p:cNvPr id="35" name="Rounded Rectangle 34">
            <a:extLst>
              <a:ext uri="{FF2B5EF4-FFF2-40B4-BE49-F238E27FC236}">
                <a16:creationId xmlns:a16="http://schemas.microsoft.com/office/drawing/2014/main" id="{FD5C3AD9-A4F8-E7AE-E582-D6CCB61964CC}"/>
              </a:ext>
            </a:extLst>
          </p:cNvPr>
          <p:cNvSpPr/>
          <p:nvPr userDrawn="1"/>
        </p:nvSpPr>
        <p:spPr>
          <a:xfrm>
            <a:off x="13217883" y="2221396"/>
            <a:ext cx="320040" cy="457200"/>
          </a:xfrm>
          <a:prstGeom prst="round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tx1"/>
                </a:solidFill>
              </a:rPr>
              <a:t>217</a:t>
            </a:r>
          </a:p>
          <a:p>
            <a:pPr algn="ctr"/>
            <a:r>
              <a:rPr lang="en-US" sz="800">
                <a:solidFill>
                  <a:schemeClr val="tx1"/>
                </a:solidFill>
              </a:rPr>
              <a:t>217</a:t>
            </a:r>
          </a:p>
          <a:p>
            <a:pPr algn="ctr"/>
            <a:r>
              <a:rPr lang="en-US" sz="800">
                <a:solidFill>
                  <a:schemeClr val="tx1"/>
                </a:solidFill>
              </a:rPr>
              <a:t>217</a:t>
            </a:r>
          </a:p>
        </p:txBody>
      </p:sp>
      <p:sp>
        <p:nvSpPr>
          <p:cNvPr id="48" name="Rounded Rectangle 47">
            <a:extLst>
              <a:ext uri="{FF2B5EF4-FFF2-40B4-BE49-F238E27FC236}">
                <a16:creationId xmlns:a16="http://schemas.microsoft.com/office/drawing/2014/main" id="{0E8A1A89-2B7C-8954-3FEB-CA8B2E8AD2D5}"/>
              </a:ext>
            </a:extLst>
          </p:cNvPr>
          <p:cNvSpPr/>
          <p:nvPr userDrawn="1"/>
        </p:nvSpPr>
        <p:spPr>
          <a:xfrm>
            <a:off x="12464756" y="1679792"/>
            <a:ext cx="320040" cy="457200"/>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0</a:t>
            </a:r>
          </a:p>
          <a:p>
            <a:pPr algn="ctr"/>
            <a:r>
              <a:rPr lang="en-US" sz="800">
                <a:solidFill>
                  <a:schemeClr val="bg1"/>
                </a:solidFill>
              </a:rPr>
              <a:t>0</a:t>
            </a:r>
          </a:p>
          <a:p>
            <a:pPr algn="ctr"/>
            <a:r>
              <a:rPr lang="en-US" sz="800">
                <a:solidFill>
                  <a:schemeClr val="bg1"/>
                </a:solidFill>
              </a:rPr>
              <a:t>0</a:t>
            </a:r>
          </a:p>
        </p:txBody>
      </p:sp>
      <p:sp>
        <p:nvSpPr>
          <p:cNvPr id="49" name="Rounded Rectangle 48">
            <a:extLst>
              <a:ext uri="{FF2B5EF4-FFF2-40B4-BE49-F238E27FC236}">
                <a16:creationId xmlns:a16="http://schemas.microsoft.com/office/drawing/2014/main" id="{0C69882E-D6A0-DB69-4B75-A4FFF5C279F9}"/>
              </a:ext>
            </a:extLst>
          </p:cNvPr>
          <p:cNvSpPr/>
          <p:nvPr userDrawn="1"/>
        </p:nvSpPr>
        <p:spPr>
          <a:xfrm>
            <a:off x="12464756" y="1138188"/>
            <a:ext cx="320040" cy="457200"/>
          </a:xfrm>
          <a:prstGeom prst="round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7</a:t>
            </a:r>
            <a:br>
              <a:rPr lang="en-US" sz="800">
                <a:solidFill>
                  <a:schemeClr val="bg1"/>
                </a:solidFill>
              </a:rPr>
            </a:br>
            <a:r>
              <a:rPr lang="en-US" sz="800">
                <a:solidFill>
                  <a:schemeClr val="bg1"/>
                </a:solidFill>
              </a:rPr>
              <a:t>2</a:t>
            </a:r>
          </a:p>
          <a:p>
            <a:pPr algn="ctr"/>
            <a:r>
              <a:rPr lang="en-US" sz="800">
                <a:solidFill>
                  <a:schemeClr val="bg1"/>
                </a:solidFill>
              </a:rPr>
              <a:t>99</a:t>
            </a:r>
          </a:p>
        </p:txBody>
      </p:sp>
      <p:sp>
        <p:nvSpPr>
          <p:cNvPr id="5" name="Rounded Rectangle 4">
            <a:extLst>
              <a:ext uri="{FF2B5EF4-FFF2-40B4-BE49-F238E27FC236}">
                <a16:creationId xmlns:a16="http://schemas.microsoft.com/office/drawing/2014/main" id="{089B4E29-ACB4-18C5-F35D-71D9AA357854}"/>
              </a:ext>
            </a:extLst>
          </p:cNvPr>
          <p:cNvSpPr/>
          <p:nvPr userDrawn="1"/>
        </p:nvSpPr>
        <p:spPr>
          <a:xfrm>
            <a:off x="12464756" y="596584"/>
            <a:ext cx="320040" cy="457200"/>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79</a:t>
            </a:r>
            <a:br>
              <a:rPr lang="en-US" sz="800">
                <a:solidFill>
                  <a:schemeClr val="bg1"/>
                </a:solidFill>
              </a:rPr>
            </a:br>
            <a:r>
              <a:rPr lang="en-US" sz="800">
                <a:solidFill>
                  <a:schemeClr val="bg1"/>
                </a:solidFill>
              </a:rPr>
              <a:t>76</a:t>
            </a:r>
          </a:p>
          <a:p>
            <a:pPr algn="ctr"/>
            <a:r>
              <a:rPr lang="en-US" sz="800">
                <a:solidFill>
                  <a:schemeClr val="bg1"/>
                </a:solidFill>
              </a:rPr>
              <a:t>177</a:t>
            </a:r>
          </a:p>
        </p:txBody>
      </p:sp>
      <p:sp>
        <p:nvSpPr>
          <p:cNvPr id="8" name="TextBox 7">
            <a:extLst>
              <a:ext uri="{FF2B5EF4-FFF2-40B4-BE49-F238E27FC236}">
                <a16:creationId xmlns:a16="http://schemas.microsoft.com/office/drawing/2014/main" id="{60E68449-4699-14FF-6B27-1EFE43BDFF32}"/>
              </a:ext>
            </a:extLst>
          </p:cNvPr>
          <p:cNvSpPr txBox="1"/>
          <p:nvPr userDrawn="1"/>
        </p:nvSpPr>
        <p:spPr>
          <a:xfrm>
            <a:off x="12365901" y="3352235"/>
            <a:ext cx="1114408" cy="253916"/>
          </a:xfrm>
          <a:prstGeom prst="rect">
            <a:avLst/>
          </a:prstGeom>
          <a:noFill/>
        </p:spPr>
        <p:txBody>
          <a:bodyPr wrap="none" rtlCol="0">
            <a:spAutoFit/>
          </a:bodyPr>
          <a:lstStyle/>
          <a:p>
            <a:r>
              <a:rPr lang="en-US" sz="1050" b="1"/>
              <a:t>Primary Colors</a:t>
            </a:r>
          </a:p>
        </p:txBody>
      </p:sp>
      <p:sp>
        <p:nvSpPr>
          <p:cNvPr id="9" name="Rounded Rectangle 8">
            <a:extLst>
              <a:ext uri="{FF2B5EF4-FFF2-40B4-BE49-F238E27FC236}">
                <a16:creationId xmlns:a16="http://schemas.microsoft.com/office/drawing/2014/main" id="{691A6C37-BE92-7EDB-DE6B-E76D56E69160}"/>
              </a:ext>
            </a:extLst>
          </p:cNvPr>
          <p:cNvSpPr/>
          <p:nvPr userDrawn="1"/>
        </p:nvSpPr>
        <p:spPr>
          <a:xfrm>
            <a:off x="12464756" y="3688631"/>
            <a:ext cx="320040" cy="457200"/>
          </a:xfrm>
          <a:prstGeom prst="roundRect">
            <a:avLst/>
          </a:prstGeom>
          <a:solidFill>
            <a:srgbClr val="2B0454"/>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43</a:t>
            </a:r>
          </a:p>
          <a:p>
            <a:pPr algn="ctr"/>
            <a:r>
              <a:rPr lang="en-US" sz="800">
                <a:solidFill>
                  <a:schemeClr val="bg1"/>
                </a:solidFill>
              </a:rPr>
              <a:t>4</a:t>
            </a:r>
          </a:p>
          <a:p>
            <a:pPr algn="ctr"/>
            <a:r>
              <a:rPr lang="en-US" sz="800">
                <a:solidFill>
                  <a:schemeClr val="bg1"/>
                </a:solidFill>
              </a:rPr>
              <a:t>84</a:t>
            </a:r>
          </a:p>
        </p:txBody>
      </p:sp>
      <p:sp>
        <p:nvSpPr>
          <p:cNvPr id="10" name="Rounded Rectangle 9">
            <a:extLst>
              <a:ext uri="{FF2B5EF4-FFF2-40B4-BE49-F238E27FC236}">
                <a16:creationId xmlns:a16="http://schemas.microsoft.com/office/drawing/2014/main" id="{1C86961A-D105-E5ED-6744-ADC7ECDFC28D}"/>
              </a:ext>
            </a:extLst>
          </p:cNvPr>
          <p:cNvSpPr/>
          <p:nvPr userDrawn="1"/>
        </p:nvSpPr>
        <p:spPr>
          <a:xfrm>
            <a:off x="12842891" y="3688631"/>
            <a:ext cx="320040" cy="457200"/>
          </a:xfrm>
          <a:prstGeom prst="round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7</a:t>
            </a:r>
            <a:br>
              <a:rPr lang="en-US" sz="800">
                <a:solidFill>
                  <a:schemeClr val="bg1"/>
                </a:solidFill>
              </a:rPr>
            </a:br>
            <a:r>
              <a:rPr lang="en-US" sz="800">
                <a:solidFill>
                  <a:schemeClr val="bg1"/>
                </a:solidFill>
              </a:rPr>
              <a:t>2</a:t>
            </a:r>
          </a:p>
          <a:p>
            <a:pPr algn="ctr"/>
            <a:r>
              <a:rPr lang="en-US" sz="800">
                <a:solidFill>
                  <a:schemeClr val="bg1"/>
                </a:solidFill>
              </a:rPr>
              <a:t>99</a:t>
            </a:r>
          </a:p>
        </p:txBody>
      </p:sp>
      <p:sp>
        <p:nvSpPr>
          <p:cNvPr id="11" name="Rounded Rectangle 10">
            <a:extLst>
              <a:ext uri="{FF2B5EF4-FFF2-40B4-BE49-F238E27FC236}">
                <a16:creationId xmlns:a16="http://schemas.microsoft.com/office/drawing/2014/main" id="{F8FDB852-2533-5517-1197-35B52DD77955}"/>
              </a:ext>
            </a:extLst>
          </p:cNvPr>
          <p:cNvSpPr/>
          <p:nvPr userDrawn="1"/>
        </p:nvSpPr>
        <p:spPr>
          <a:xfrm>
            <a:off x="13221026" y="3688631"/>
            <a:ext cx="320040" cy="457200"/>
          </a:xfrm>
          <a:prstGeom prst="roundRect">
            <a:avLst/>
          </a:prstGeom>
          <a:solidFill>
            <a:srgbClr val="003594"/>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0</a:t>
            </a:r>
          </a:p>
          <a:p>
            <a:pPr algn="ctr"/>
            <a:r>
              <a:rPr lang="en-US" sz="800">
                <a:solidFill>
                  <a:schemeClr val="bg1"/>
                </a:solidFill>
              </a:rPr>
              <a:t>53</a:t>
            </a:r>
          </a:p>
          <a:p>
            <a:pPr algn="ctr"/>
            <a:r>
              <a:rPr lang="en-US" sz="800">
                <a:solidFill>
                  <a:schemeClr val="bg1"/>
                </a:solidFill>
              </a:rPr>
              <a:t>148</a:t>
            </a:r>
          </a:p>
        </p:txBody>
      </p:sp>
      <p:sp>
        <p:nvSpPr>
          <p:cNvPr id="12" name="TextBox 11">
            <a:extLst>
              <a:ext uri="{FF2B5EF4-FFF2-40B4-BE49-F238E27FC236}">
                <a16:creationId xmlns:a16="http://schemas.microsoft.com/office/drawing/2014/main" id="{44D55B75-CF98-FBE9-B63A-2E26A7CE1E84}"/>
              </a:ext>
            </a:extLst>
          </p:cNvPr>
          <p:cNvSpPr txBox="1"/>
          <p:nvPr userDrawn="1"/>
        </p:nvSpPr>
        <p:spPr>
          <a:xfrm>
            <a:off x="12365901" y="4249332"/>
            <a:ext cx="1274708" cy="253916"/>
          </a:xfrm>
          <a:prstGeom prst="rect">
            <a:avLst/>
          </a:prstGeom>
          <a:noFill/>
        </p:spPr>
        <p:txBody>
          <a:bodyPr wrap="none" rtlCol="0">
            <a:spAutoFit/>
          </a:bodyPr>
          <a:lstStyle/>
          <a:p>
            <a:r>
              <a:rPr lang="en-US" sz="1050" b="1"/>
              <a:t>Secondary Colors</a:t>
            </a:r>
          </a:p>
        </p:txBody>
      </p:sp>
      <p:sp>
        <p:nvSpPr>
          <p:cNvPr id="14" name="Rounded Rectangle 13">
            <a:extLst>
              <a:ext uri="{FF2B5EF4-FFF2-40B4-BE49-F238E27FC236}">
                <a16:creationId xmlns:a16="http://schemas.microsoft.com/office/drawing/2014/main" id="{67EFD3FF-D071-C46F-ACAA-72ECEB933AD7}"/>
              </a:ext>
            </a:extLst>
          </p:cNvPr>
          <p:cNvSpPr/>
          <p:nvPr userDrawn="1"/>
        </p:nvSpPr>
        <p:spPr>
          <a:xfrm>
            <a:off x="12464756" y="4585728"/>
            <a:ext cx="320040" cy="457200"/>
          </a:xfrm>
          <a:prstGeom prst="roundRect">
            <a:avLst/>
          </a:prstGeom>
          <a:solidFill>
            <a:srgbClr val="178AE0"/>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23</a:t>
            </a:r>
          </a:p>
          <a:p>
            <a:pPr algn="ctr"/>
            <a:r>
              <a:rPr lang="en-US" sz="800">
                <a:solidFill>
                  <a:schemeClr val="bg1"/>
                </a:solidFill>
              </a:rPr>
              <a:t>138</a:t>
            </a:r>
          </a:p>
          <a:p>
            <a:pPr algn="ctr"/>
            <a:r>
              <a:rPr lang="en-US" sz="800">
                <a:solidFill>
                  <a:schemeClr val="bg1"/>
                </a:solidFill>
              </a:rPr>
              <a:t>224</a:t>
            </a:r>
          </a:p>
        </p:txBody>
      </p:sp>
      <p:sp>
        <p:nvSpPr>
          <p:cNvPr id="15" name="Rounded Rectangle 14">
            <a:extLst>
              <a:ext uri="{FF2B5EF4-FFF2-40B4-BE49-F238E27FC236}">
                <a16:creationId xmlns:a16="http://schemas.microsoft.com/office/drawing/2014/main" id="{CFE7980D-401F-F500-B569-14A31D2DB1C9}"/>
              </a:ext>
            </a:extLst>
          </p:cNvPr>
          <p:cNvSpPr/>
          <p:nvPr userDrawn="1"/>
        </p:nvSpPr>
        <p:spPr>
          <a:xfrm>
            <a:off x="12842891" y="4585728"/>
            <a:ext cx="320040" cy="457200"/>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79</a:t>
            </a:r>
          </a:p>
          <a:p>
            <a:pPr algn="ctr"/>
            <a:r>
              <a:rPr lang="en-US" sz="800">
                <a:solidFill>
                  <a:schemeClr val="bg1"/>
                </a:solidFill>
              </a:rPr>
              <a:t>76</a:t>
            </a:r>
          </a:p>
          <a:p>
            <a:pPr algn="ctr"/>
            <a:r>
              <a:rPr lang="en-US" sz="800">
                <a:solidFill>
                  <a:schemeClr val="bg1"/>
                </a:solidFill>
              </a:rPr>
              <a:t>177</a:t>
            </a:r>
          </a:p>
        </p:txBody>
      </p:sp>
      <p:sp>
        <p:nvSpPr>
          <p:cNvPr id="17" name="Rounded Rectangle 16">
            <a:extLst>
              <a:ext uri="{FF2B5EF4-FFF2-40B4-BE49-F238E27FC236}">
                <a16:creationId xmlns:a16="http://schemas.microsoft.com/office/drawing/2014/main" id="{801F4A4E-45A4-D136-9EC9-49743193F4B3}"/>
              </a:ext>
            </a:extLst>
          </p:cNvPr>
          <p:cNvSpPr/>
          <p:nvPr userDrawn="1"/>
        </p:nvSpPr>
        <p:spPr>
          <a:xfrm>
            <a:off x="13221026" y="4585728"/>
            <a:ext cx="320040" cy="457200"/>
          </a:xfrm>
          <a:prstGeom prst="roundRect">
            <a:avLst/>
          </a:prstGeom>
          <a:solidFill>
            <a:srgbClr val="85D6F9"/>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tx1"/>
                </a:solidFill>
              </a:rPr>
              <a:t>133</a:t>
            </a:r>
          </a:p>
          <a:p>
            <a:pPr algn="ctr"/>
            <a:r>
              <a:rPr lang="en-US" sz="800">
                <a:solidFill>
                  <a:schemeClr val="tx1"/>
                </a:solidFill>
              </a:rPr>
              <a:t>214</a:t>
            </a:r>
          </a:p>
          <a:p>
            <a:pPr algn="ctr"/>
            <a:r>
              <a:rPr lang="en-US" sz="800">
                <a:solidFill>
                  <a:schemeClr val="tx1"/>
                </a:solidFill>
              </a:rPr>
              <a:t>249</a:t>
            </a:r>
          </a:p>
        </p:txBody>
      </p:sp>
      <p:sp>
        <p:nvSpPr>
          <p:cNvPr id="18" name="Rounded Rectangle 17">
            <a:extLst>
              <a:ext uri="{FF2B5EF4-FFF2-40B4-BE49-F238E27FC236}">
                <a16:creationId xmlns:a16="http://schemas.microsoft.com/office/drawing/2014/main" id="{074AA9A3-EFB6-8747-1778-CC985C11CA12}"/>
              </a:ext>
            </a:extLst>
          </p:cNvPr>
          <p:cNvSpPr/>
          <p:nvPr userDrawn="1"/>
        </p:nvSpPr>
        <p:spPr>
          <a:xfrm>
            <a:off x="13599161" y="4585728"/>
            <a:ext cx="320040" cy="457200"/>
          </a:xfrm>
          <a:prstGeom prst="roundRect">
            <a:avLst/>
          </a:prstGeom>
          <a:solidFill>
            <a:srgbClr val="E3F7FC"/>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tx1"/>
                </a:solidFill>
              </a:rPr>
              <a:t>227</a:t>
            </a:r>
          </a:p>
          <a:p>
            <a:pPr algn="ctr"/>
            <a:r>
              <a:rPr lang="en-US" sz="800">
                <a:solidFill>
                  <a:schemeClr val="tx1"/>
                </a:solidFill>
              </a:rPr>
              <a:t>247</a:t>
            </a:r>
          </a:p>
          <a:p>
            <a:pPr algn="ctr"/>
            <a:r>
              <a:rPr lang="en-US" sz="800">
                <a:solidFill>
                  <a:schemeClr val="tx1"/>
                </a:solidFill>
              </a:rPr>
              <a:t>252</a:t>
            </a:r>
          </a:p>
        </p:txBody>
      </p:sp>
      <p:sp>
        <p:nvSpPr>
          <p:cNvPr id="19" name="Rounded Rectangle 18">
            <a:extLst>
              <a:ext uri="{FF2B5EF4-FFF2-40B4-BE49-F238E27FC236}">
                <a16:creationId xmlns:a16="http://schemas.microsoft.com/office/drawing/2014/main" id="{BFE14F77-6488-7F9D-1C4F-CD3F8F49EA56}"/>
              </a:ext>
            </a:extLst>
          </p:cNvPr>
          <p:cNvSpPr/>
          <p:nvPr userDrawn="1"/>
        </p:nvSpPr>
        <p:spPr>
          <a:xfrm>
            <a:off x="12464756" y="5115118"/>
            <a:ext cx="320040" cy="457200"/>
          </a:xfrm>
          <a:prstGeom prst="roundRect">
            <a:avLst/>
          </a:prstGeom>
          <a:solidFill>
            <a:srgbClr val="EBEBEB"/>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tx1"/>
                </a:solidFill>
              </a:rPr>
              <a:t>235</a:t>
            </a:r>
          </a:p>
          <a:p>
            <a:pPr algn="ctr"/>
            <a:r>
              <a:rPr lang="en-US" sz="800">
                <a:solidFill>
                  <a:schemeClr val="tx1"/>
                </a:solidFill>
              </a:rPr>
              <a:t>235</a:t>
            </a:r>
          </a:p>
          <a:p>
            <a:pPr algn="ctr"/>
            <a:r>
              <a:rPr lang="en-US" sz="800">
                <a:solidFill>
                  <a:schemeClr val="tx1"/>
                </a:solidFill>
              </a:rPr>
              <a:t>235</a:t>
            </a:r>
          </a:p>
        </p:txBody>
      </p:sp>
      <p:sp>
        <p:nvSpPr>
          <p:cNvPr id="21" name="Rounded Rectangle 20">
            <a:extLst>
              <a:ext uri="{FF2B5EF4-FFF2-40B4-BE49-F238E27FC236}">
                <a16:creationId xmlns:a16="http://schemas.microsoft.com/office/drawing/2014/main" id="{EA32F9E8-5CC4-5B06-38A6-F10FC1A39E5D}"/>
              </a:ext>
            </a:extLst>
          </p:cNvPr>
          <p:cNvSpPr/>
          <p:nvPr userDrawn="1"/>
        </p:nvSpPr>
        <p:spPr>
          <a:xfrm>
            <a:off x="12842891" y="5115118"/>
            <a:ext cx="320040" cy="457200"/>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0</a:t>
            </a:r>
          </a:p>
          <a:p>
            <a:pPr algn="ctr"/>
            <a:r>
              <a:rPr lang="en-US" sz="800">
                <a:solidFill>
                  <a:schemeClr val="bg1"/>
                </a:solidFill>
              </a:rPr>
              <a:t>0</a:t>
            </a:r>
          </a:p>
          <a:p>
            <a:pPr algn="ctr"/>
            <a:r>
              <a:rPr lang="en-US" sz="800">
                <a:solidFill>
                  <a:schemeClr val="bg1"/>
                </a:solidFill>
              </a:rPr>
              <a:t>0</a:t>
            </a:r>
          </a:p>
        </p:txBody>
      </p:sp>
      <p:sp>
        <p:nvSpPr>
          <p:cNvPr id="22" name="Rounded Rectangle 21">
            <a:extLst>
              <a:ext uri="{FF2B5EF4-FFF2-40B4-BE49-F238E27FC236}">
                <a16:creationId xmlns:a16="http://schemas.microsoft.com/office/drawing/2014/main" id="{1FA254DD-6336-BA10-DFED-8B8C898CA1D9}"/>
              </a:ext>
            </a:extLst>
          </p:cNvPr>
          <p:cNvSpPr/>
          <p:nvPr userDrawn="1"/>
        </p:nvSpPr>
        <p:spPr>
          <a:xfrm>
            <a:off x="13221026" y="5115118"/>
            <a:ext cx="320040" cy="457200"/>
          </a:xfrm>
          <a:prstGeom prst="roundRect">
            <a:avLst/>
          </a:prstGeom>
          <a:solidFill>
            <a:srgbClr val="560D48"/>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86</a:t>
            </a:r>
          </a:p>
          <a:p>
            <a:pPr algn="ctr"/>
            <a:r>
              <a:rPr lang="en-US" sz="800">
                <a:solidFill>
                  <a:schemeClr val="bg1"/>
                </a:solidFill>
              </a:rPr>
              <a:t>13</a:t>
            </a:r>
          </a:p>
          <a:p>
            <a:pPr algn="ctr"/>
            <a:r>
              <a:rPr lang="en-US" sz="800">
                <a:solidFill>
                  <a:schemeClr val="bg1"/>
                </a:solidFill>
              </a:rPr>
              <a:t>72</a:t>
            </a:r>
          </a:p>
        </p:txBody>
      </p:sp>
      <p:sp>
        <p:nvSpPr>
          <p:cNvPr id="6" name="TextBox 5">
            <a:extLst>
              <a:ext uri="{FF2B5EF4-FFF2-40B4-BE49-F238E27FC236}">
                <a16:creationId xmlns:a16="http://schemas.microsoft.com/office/drawing/2014/main" id="{84FE9A3A-F2DC-4AE7-624E-380891729AFC}"/>
              </a:ext>
            </a:extLst>
          </p:cNvPr>
          <p:cNvSpPr txBox="1"/>
          <p:nvPr userDrawn="1"/>
        </p:nvSpPr>
        <p:spPr>
          <a:xfrm>
            <a:off x="12365901" y="5785524"/>
            <a:ext cx="1048685" cy="253916"/>
          </a:xfrm>
          <a:prstGeom prst="rect">
            <a:avLst/>
          </a:prstGeom>
          <a:noFill/>
        </p:spPr>
        <p:txBody>
          <a:bodyPr wrap="none" rtlCol="0">
            <a:spAutoFit/>
          </a:bodyPr>
          <a:lstStyle/>
          <a:p>
            <a:r>
              <a:rPr lang="en-US" sz="1050" b="1"/>
              <a:t>Accent Colors</a:t>
            </a:r>
          </a:p>
        </p:txBody>
      </p:sp>
      <p:sp>
        <p:nvSpPr>
          <p:cNvPr id="23" name="Rounded Rectangle 22">
            <a:extLst>
              <a:ext uri="{FF2B5EF4-FFF2-40B4-BE49-F238E27FC236}">
                <a16:creationId xmlns:a16="http://schemas.microsoft.com/office/drawing/2014/main" id="{40FB05B8-19D0-B58E-4ECD-6CA847B6F8D4}"/>
              </a:ext>
            </a:extLst>
          </p:cNvPr>
          <p:cNvSpPr/>
          <p:nvPr userDrawn="1"/>
        </p:nvSpPr>
        <p:spPr>
          <a:xfrm>
            <a:off x="12464756" y="6121920"/>
            <a:ext cx="320040" cy="457200"/>
          </a:xfrm>
          <a:prstGeom prst="roundRect">
            <a:avLst/>
          </a:prstGeom>
          <a:solidFill>
            <a:srgbClr val="6515EB"/>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101</a:t>
            </a:r>
          </a:p>
          <a:p>
            <a:pPr algn="ctr"/>
            <a:r>
              <a:rPr lang="en-US" sz="800">
                <a:solidFill>
                  <a:schemeClr val="bg1"/>
                </a:solidFill>
              </a:rPr>
              <a:t>21</a:t>
            </a:r>
          </a:p>
          <a:p>
            <a:pPr algn="ctr"/>
            <a:r>
              <a:rPr lang="en-US" sz="800">
                <a:solidFill>
                  <a:schemeClr val="bg1"/>
                </a:solidFill>
              </a:rPr>
              <a:t>235</a:t>
            </a:r>
          </a:p>
        </p:txBody>
      </p:sp>
      <p:sp>
        <p:nvSpPr>
          <p:cNvPr id="24" name="Rounded Rectangle 23">
            <a:extLst>
              <a:ext uri="{FF2B5EF4-FFF2-40B4-BE49-F238E27FC236}">
                <a16:creationId xmlns:a16="http://schemas.microsoft.com/office/drawing/2014/main" id="{F62956DC-308E-EDB1-BCC2-9860EC467443}"/>
              </a:ext>
            </a:extLst>
          </p:cNvPr>
          <p:cNvSpPr/>
          <p:nvPr userDrawn="1"/>
        </p:nvSpPr>
        <p:spPr>
          <a:xfrm>
            <a:off x="12842891" y="6121920"/>
            <a:ext cx="320040" cy="457200"/>
          </a:xfrm>
          <a:prstGeom prst="roundRect">
            <a:avLst/>
          </a:prstGeom>
          <a:solidFill>
            <a:srgbClr val="2FD1B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tx1"/>
                </a:solidFill>
              </a:rPr>
              <a:t>47</a:t>
            </a:r>
          </a:p>
          <a:p>
            <a:pPr algn="ctr"/>
            <a:r>
              <a:rPr lang="en-US" sz="800">
                <a:solidFill>
                  <a:schemeClr val="tx1"/>
                </a:solidFill>
              </a:rPr>
              <a:t>209</a:t>
            </a:r>
          </a:p>
          <a:p>
            <a:pPr algn="ctr"/>
            <a:r>
              <a:rPr lang="en-US" sz="800">
                <a:solidFill>
                  <a:schemeClr val="tx1"/>
                </a:solidFill>
              </a:rPr>
              <a:t>178</a:t>
            </a:r>
          </a:p>
        </p:txBody>
      </p:sp>
      <p:sp>
        <p:nvSpPr>
          <p:cNvPr id="26" name="Rounded Rectangle 25">
            <a:extLst>
              <a:ext uri="{FF2B5EF4-FFF2-40B4-BE49-F238E27FC236}">
                <a16:creationId xmlns:a16="http://schemas.microsoft.com/office/drawing/2014/main" id="{AE3124BB-4B50-72F1-745C-3FD8543EEC5C}"/>
              </a:ext>
            </a:extLst>
          </p:cNvPr>
          <p:cNvSpPr/>
          <p:nvPr userDrawn="1"/>
        </p:nvSpPr>
        <p:spPr>
          <a:xfrm>
            <a:off x="13221026" y="6121920"/>
            <a:ext cx="320040" cy="457200"/>
          </a:xfrm>
          <a:prstGeom prst="roundRect">
            <a:avLst/>
          </a:prstGeom>
          <a:solidFill>
            <a:srgbClr val="AA8AF9"/>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170</a:t>
            </a:r>
          </a:p>
          <a:p>
            <a:pPr algn="ctr"/>
            <a:r>
              <a:rPr lang="en-US" sz="800">
                <a:solidFill>
                  <a:schemeClr val="bg1"/>
                </a:solidFill>
              </a:rPr>
              <a:t>138</a:t>
            </a:r>
          </a:p>
          <a:p>
            <a:pPr algn="ctr"/>
            <a:r>
              <a:rPr lang="en-US" sz="800">
                <a:solidFill>
                  <a:schemeClr val="bg1"/>
                </a:solidFill>
              </a:rPr>
              <a:t>249</a:t>
            </a:r>
          </a:p>
        </p:txBody>
      </p:sp>
      <p:sp>
        <p:nvSpPr>
          <p:cNvPr id="28" name="Rounded Rectangle 27">
            <a:extLst>
              <a:ext uri="{FF2B5EF4-FFF2-40B4-BE49-F238E27FC236}">
                <a16:creationId xmlns:a16="http://schemas.microsoft.com/office/drawing/2014/main" id="{1AAE1482-F76E-B7E4-A3A2-BB8F396DBC97}"/>
              </a:ext>
            </a:extLst>
          </p:cNvPr>
          <p:cNvSpPr/>
          <p:nvPr userDrawn="1"/>
        </p:nvSpPr>
        <p:spPr>
          <a:xfrm>
            <a:off x="13599161" y="6121920"/>
            <a:ext cx="320040" cy="457200"/>
          </a:xfrm>
          <a:prstGeom prst="roundRect">
            <a:avLst/>
          </a:prstGeom>
          <a:solidFill>
            <a:srgbClr val="4E801F"/>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78</a:t>
            </a:r>
          </a:p>
          <a:p>
            <a:pPr algn="ctr"/>
            <a:r>
              <a:rPr lang="en-US" sz="800">
                <a:solidFill>
                  <a:schemeClr val="bg1"/>
                </a:solidFill>
              </a:rPr>
              <a:t>128</a:t>
            </a:r>
          </a:p>
          <a:p>
            <a:pPr algn="ctr"/>
            <a:r>
              <a:rPr lang="en-US" sz="800">
                <a:solidFill>
                  <a:schemeClr val="bg1"/>
                </a:solidFill>
              </a:rPr>
              <a:t>31</a:t>
            </a:r>
          </a:p>
        </p:txBody>
      </p:sp>
      <p:sp>
        <p:nvSpPr>
          <p:cNvPr id="36" name="Rounded Rectangle 35">
            <a:extLst>
              <a:ext uri="{FF2B5EF4-FFF2-40B4-BE49-F238E27FC236}">
                <a16:creationId xmlns:a16="http://schemas.microsoft.com/office/drawing/2014/main" id="{2596CA5C-A17F-53C0-57AE-3A29199E2B23}"/>
              </a:ext>
            </a:extLst>
          </p:cNvPr>
          <p:cNvSpPr/>
          <p:nvPr userDrawn="1"/>
        </p:nvSpPr>
        <p:spPr>
          <a:xfrm>
            <a:off x="12464756" y="6651310"/>
            <a:ext cx="320040" cy="457200"/>
          </a:xfrm>
          <a:prstGeom prst="roundRect">
            <a:avLst/>
          </a:prstGeom>
          <a:solidFill>
            <a:srgbClr val="ECCF46"/>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tx1"/>
                </a:solidFill>
              </a:rPr>
              <a:t>236</a:t>
            </a:r>
          </a:p>
          <a:p>
            <a:pPr algn="ctr"/>
            <a:r>
              <a:rPr lang="en-US" sz="800">
                <a:solidFill>
                  <a:schemeClr val="tx1"/>
                </a:solidFill>
              </a:rPr>
              <a:t>207</a:t>
            </a:r>
          </a:p>
          <a:p>
            <a:pPr algn="ctr"/>
            <a:r>
              <a:rPr lang="en-US" sz="800">
                <a:solidFill>
                  <a:schemeClr val="tx1"/>
                </a:solidFill>
              </a:rPr>
              <a:t>70</a:t>
            </a:r>
          </a:p>
        </p:txBody>
      </p:sp>
      <p:sp>
        <p:nvSpPr>
          <p:cNvPr id="37" name="Rounded Rectangle 36">
            <a:extLst>
              <a:ext uri="{FF2B5EF4-FFF2-40B4-BE49-F238E27FC236}">
                <a16:creationId xmlns:a16="http://schemas.microsoft.com/office/drawing/2014/main" id="{ECB158E9-B348-864D-2A3A-06CBFACDBF41}"/>
              </a:ext>
            </a:extLst>
          </p:cNvPr>
          <p:cNvSpPr/>
          <p:nvPr userDrawn="1"/>
        </p:nvSpPr>
        <p:spPr>
          <a:xfrm>
            <a:off x="12842891" y="6651310"/>
            <a:ext cx="320040" cy="457200"/>
          </a:xfrm>
          <a:prstGeom prst="roundRect">
            <a:avLst/>
          </a:prstGeom>
          <a:solidFill>
            <a:srgbClr val="EBAA38"/>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tx1"/>
                </a:solidFill>
              </a:rPr>
              <a:t>235</a:t>
            </a:r>
          </a:p>
          <a:p>
            <a:pPr algn="ctr"/>
            <a:r>
              <a:rPr lang="en-US" sz="800">
                <a:solidFill>
                  <a:schemeClr val="tx1"/>
                </a:solidFill>
              </a:rPr>
              <a:t>170</a:t>
            </a:r>
          </a:p>
          <a:p>
            <a:pPr algn="ctr"/>
            <a:r>
              <a:rPr lang="en-US" sz="800">
                <a:solidFill>
                  <a:schemeClr val="tx1"/>
                </a:solidFill>
              </a:rPr>
              <a:t>56</a:t>
            </a:r>
          </a:p>
        </p:txBody>
      </p:sp>
      <p:sp>
        <p:nvSpPr>
          <p:cNvPr id="38" name="Rounded Rectangle 37">
            <a:extLst>
              <a:ext uri="{FF2B5EF4-FFF2-40B4-BE49-F238E27FC236}">
                <a16:creationId xmlns:a16="http://schemas.microsoft.com/office/drawing/2014/main" id="{7956834D-E9B0-4722-F2CF-1B71657AF356}"/>
              </a:ext>
            </a:extLst>
          </p:cNvPr>
          <p:cNvSpPr/>
          <p:nvPr userDrawn="1"/>
        </p:nvSpPr>
        <p:spPr>
          <a:xfrm>
            <a:off x="13221026" y="6651310"/>
            <a:ext cx="320040" cy="457200"/>
          </a:xfrm>
          <a:prstGeom prst="roundRect">
            <a:avLst/>
          </a:prstGeom>
          <a:solidFill>
            <a:srgbClr val="CE0F69"/>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206</a:t>
            </a:r>
          </a:p>
          <a:p>
            <a:pPr algn="ctr"/>
            <a:r>
              <a:rPr lang="en-US" sz="800">
                <a:solidFill>
                  <a:schemeClr val="bg1"/>
                </a:solidFill>
              </a:rPr>
              <a:t>15</a:t>
            </a:r>
          </a:p>
          <a:p>
            <a:pPr algn="ctr"/>
            <a:r>
              <a:rPr lang="en-US" sz="800">
                <a:solidFill>
                  <a:schemeClr val="bg1"/>
                </a:solidFill>
              </a:rPr>
              <a:t>105</a:t>
            </a:r>
          </a:p>
        </p:txBody>
      </p:sp>
      <p:sp>
        <p:nvSpPr>
          <p:cNvPr id="39" name="Rounded Rectangle 31">
            <a:extLst>
              <a:ext uri="{FF2B5EF4-FFF2-40B4-BE49-F238E27FC236}">
                <a16:creationId xmlns:a16="http://schemas.microsoft.com/office/drawing/2014/main" id="{81AC58FC-7788-F2F7-79C5-904D829D2689}"/>
              </a:ext>
            </a:extLst>
          </p:cNvPr>
          <p:cNvSpPr/>
          <p:nvPr userDrawn="1"/>
        </p:nvSpPr>
        <p:spPr>
          <a:xfrm>
            <a:off x="12464756" y="2763001"/>
            <a:ext cx="320040" cy="457200"/>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79</a:t>
            </a:r>
            <a:br>
              <a:rPr lang="en-US" sz="800">
                <a:solidFill>
                  <a:schemeClr val="bg1"/>
                </a:solidFill>
              </a:rPr>
            </a:br>
            <a:r>
              <a:rPr lang="en-US" sz="800">
                <a:solidFill>
                  <a:schemeClr val="bg1"/>
                </a:solidFill>
              </a:rPr>
              <a:t>76</a:t>
            </a:r>
          </a:p>
          <a:p>
            <a:pPr algn="ctr"/>
            <a:r>
              <a:rPr lang="en-US" sz="800">
                <a:solidFill>
                  <a:schemeClr val="bg1"/>
                </a:solidFill>
              </a:rPr>
              <a:t>177</a:t>
            </a:r>
          </a:p>
        </p:txBody>
      </p:sp>
      <p:sp>
        <p:nvSpPr>
          <p:cNvPr id="57" name="TextBox 56">
            <a:extLst>
              <a:ext uri="{FF2B5EF4-FFF2-40B4-BE49-F238E27FC236}">
                <a16:creationId xmlns:a16="http://schemas.microsoft.com/office/drawing/2014/main" id="{09953B2C-6ED3-6ACD-10AE-6710F82BAF06}"/>
              </a:ext>
            </a:extLst>
          </p:cNvPr>
          <p:cNvSpPr txBox="1"/>
          <p:nvPr userDrawn="1"/>
        </p:nvSpPr>
        <p:spPr bwMode="gray">
          <a:xfrm>
            <a:off x="10394185" y="6989197"/>
            <a:ext cx="1950449" cy="346249"/>
          </a:xfrm>
          <a:prstGeom prst="rect">
            <a:avLst/>
          </a:prstGeom>
          <a:noFill/>
          <a:ln w="19050">
            <a:noFill/>
            <a:miter lim="800000"/>
          </a:ln>
          <a:effectLst/>
        </p:spPr>
        <p:txBody>
          <a:bodyPr wrap="square" lIns="91440" tIns="91440" rIns="91440" bIns="91440" rtlCol="0" anchor="t" anchorCtr="0">
            <a:noAutofit/>
          </a:bodyPr>
          <a:lstStyle/>
          <a:p>
            <a:pPr marL="0" indent="0" algn="r" defTabSz="849313" eaLnBrk="0" hangingPunct="0">
              <a:buClr>
                <a:schemeClr val="accent3"/>
              </a:buClr>
              <a:buFont typeface="Arial" panose="020B0604020202020204" pitchFamily="34" charset="0"/>
              <a:buNone/>
            </a:pPr>
            <a:r>
              <a:rPr lang="en-US" sz="1050" b="1" dirty="0">
                <a:latin typeface="+mn-lt"/>
              </a:rPr>
              <a:t>TEMPLATE 23Apr26</a:t>
            </a:r>
          </a:p>
        </p:txBody>
      </p:sp>
      <p:sp>
        <p:nvSpPr>
          <p:cNvPr id="63" name="Footer Placeholder 62">
            <a:extLst>
              <a:ext uri="{FF2B5EF4-FFF2-40B4-BE49-F238E27FC236}">
                <a16:creationId xmlns:a16="http://schemas.microsoft.com/office/drawing/2014/main" id="{D10B465C-4854-885F-2E3D-5822FD5BD1A2}"/>
              </a:ext>
            </a:extLst>
          </p:cNvPr>
          <p:cNvSpPr>
            <a:spLocks noGrp="1"/>
          </p:cNvSpPr>
          <p:nvPr>
            <p:ph type="ftr" sz="quarter" idx="3"/>
          </p:nvPr>
        </p:nvSpPr>
        <p:spPr>
          <a:xfrm>
            <a:off x="1552897" y="6401435"/>
            <a:ext cx="8741721" cy="320040"/>
          </a:xfrm>
          <a:prstGeom prst="rect">
            <a:avLst/>
          </a:prstGeom>
        </p:spPr>
        <p:txBody>
          <a:bodyPr vert="horz" lIns="0" tIns="0" rIns="0" bIns="0" numCol="1" spcCol="91440" rtlCol="0" anchor="b">
            <a:noAutofit/>
          </a:bodyPr>
          <a:lstStyle>
            <a:lvl1pPr>
              <a:defRPr lang="en-US" sz="700"/>
            </a:lvl1pPr>
          </a:lstStyle>
          <a:p>
            <a:pPr marL="137160" indent="-137160">
              <a:lnSpc>
                <a:spcPct val="90000"/>
              </a:lnSpc>
              <a:buFont typeface="+mj-lt"/>
              <a:buAutoNum type="arabicPeriod"/>
            </a:pPr>
            <a:r>
              <a:rPr lang="en-US" dirty="0"/>
              <a:t>Footnotes</a:t>
            </a:r>
          </a:p>
        </p:txBody>
      </p:sp>
      <p:sp>
        <p:nvSpPr>
          <p:cNvPr id="56" name="Slide Number Placeholder 55">
            <a:extLst>
              <a:ext uri="{FF2B5EF4-FFF2-40B4-BE49-F238E27FC236}">
                <a16:creationId xmlns:a16="http://schemas.microsoft.com/office/drawing/2014/main" id="{9D102C2D-99F7-334C-D3CF-286F88E34330}"/>
              </a:ext>
            </a:extLst>
          </p:cNvPr>
          <p:cNvSpPr>
            <a:spLocks noGrp="1"/>
          </p:cNvSpPr>
          <p:nvPr>
            <p:ph type="sldNum" sz="quarter" idx="4"/>
          </p:nvPr>
        </p:nvSpPr>
        <p:spPr>
          <a:xfrm>
            <a:off x="11588480" y="6620041"/>
            <a:ext cx="242887" cy="153888"/>
          </a:xfrm>
          <a:prstGeom prst="rect">
            <a:avLst/>
          </a:prstGeom>
        </p:spPr>
        <p:txBody>
          <a:bodyPr vert="horz" lIns="0" tIns="0" rIns="0" bIns="0" rtlCol="0" anchor="ctr"/>
          <a:lstStyle>
            <a:lvl1pPr algn="l">
              <a:defRPr sz="800" b="1">
                <a:solidFill>
                  <a:schemeClr val="accent1"/>
                </a:solidFill>
                <a:latin typeface="Segoe UI Semibold" panose="020B0702040204020203" pitchFamily="34" charset="0"/>
                <a:cs typeface="Segoe UI Semibold" panose="020B0702040204020203" pitchFamily="34" charset="0"/>
              </a:defRPr>
            </a:lvl1pPr>
          </a:lstStyle>
          <a:p>
            <a:fld id="{951EC00E-BB64-4A41-A445-8289ACCE6AEC}" type="slidenum">
              <a:rPr lang="en-US" smtClean="0"/>
              <a:pPr/>
              <a:t>‹#›</a:t>
            </a:fld>
            <a:endParaRPr lang="en-US" dirty="0"/>
          </a:p>
        </p:txBody>
      </p:sp>
      <p:sp>
        <p:nvSpPr>
          <p:cNvPr id="40" name="TextBox 39">
            <a:extLst>
              <a:ext uri="{FF2B5EF4-FFF2-40B4-BE49-F238E27FC236}">
                <a16:creationId xmlns:a16="http://schemas.microsoft.com/office/drawing/2014/main" id="{6765DFCA-00DB-9F1E-442F-93059AACEE96}"/>
              </a:ext>
            </a:extLst>
          </p:cNvPr>
          <p:cNvSpPr txBox="1"/>
          <p:nvPr userDrawn="1"/>
        </p:nvSpPr>
        <p:spPr>
          <a:xfrm>
            <a:off x="12752130" y="2864643"/>
            <a:ext cx="853119" cy="253916"/>
          </a:xfrm>
          <a:prstGeom prst="rect">
            <a:avLst/>
          </a:prstGeom>
          <a:noFill/>
        </p:spPr>
        <p:txBody>
          <a:bodyPr wrap="none" rtlCol="0">
            <a:spAutoFit/>
          </a:bodyPr>
          <a:lstStyle/>
          <a:p>
            <a:r>
              <a:rPr lang="en-US" sz="1050" dirty="0"/>
              <a:t>Bullet color</a:t>
            </a:r>
          </a:p>
        </p:txBody>
      </p:sp>
      <p:sp>
        <p:nvSpPr>
          <p:cNvPr id="79" name="Alignment Bar - Top [SS]" hidden="1">
            <a:extLst>
              <a:ext uri="{FF2B5EF4-FFF2-40B4-BE49-F238E27FC236}">
                <a16:creationId xmlns:a16="http://schemas.microsoft.com/office/drawing/2014/main" id="{B059CF99-1E8B-215B-96B0-34B0FD75D67B}"/>
              </a:ext>
            </a:extLst>
          </p:cNvPr>
          <p:cNvSpPr/>
          <p:nvPr userDrawn="1"/>
        </p:nvSpPr>
        <p:spPr>
          <a:xfrm>
            <a:off x="533400" y="-457200"/>
            <a:ext cx="11125200" cy="225425"/>
          </a:xfrm>
          <a:prstGeom prst="rect">
            <a:avLst/>
          </a:prstGeom>
          <a:solidFill>
            <a:srgbClr val="178A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spc="600" baseline="0" dirty="0"/>
              <a:t>ALIGNMENT BAR</a:t>
            </a:r>
          </a:p>
        </p:txBody>
      </p:sp>
      <p:sp>
        <p:nvSpPr>
          <p:cNvPr id="80" name="Alignment Bar - Side [SS]" hidden="1">
            <a:extLst>
              <a:ext uri="{FF2B5EF4-FFF2-40B4-BE49-F238E27FC236}">
                <a16:creationId xmlns:a16="http://schemas.microsoft.com/office/drawing/2014/main" id="{8011909F-2F04-EE0D-16EF-931ADF5B1F4B}"/>
              </a:ext>
            </a:extLst>
          </p:cNvPr>
          <p:cNvSpPr/>
          <p:nvPr userDrawn="1"/>
        </p:nvSpPr>
        <p:spPr>
          <a:xfrm>
            <a:off x="-446641" y="1295400"/>
            <a:ext cx="228600" cy="5029200"/>
          </a:xfrm>
          <a:prstGeom prst="rect">
            <a:avLst/>
          </a:prstGeom>
          <a:solidFill>
            <a:srgbClr val="178AE0"/>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sz="1600" b="1" spc="600" baseline="0" dirty="0"/>
              <a:t>ALIGNMENT BAR</a:t>
            </a:r>
          </a:p>
        </p:txBody>
      </p:sp>
      <p:sp>
        <p:nvSpPr>
          <p:cNvPr id="67" name="Body Sub Header [SS]" hidden="1">
            <a:extLst>
              <a:ext uri="{FF2B5EF4-FFF2-40B4-BE49-F238E27FC236}">
                <a16:creationId xmlns:a16="http://schemas.microsoft.com/office/drawing/2014/main" id="{DCCE759C-1C10-0B0E-D4FB-01A8D1147A45}"/>
              </a:ext>
            </a:extLst>
          </p:cNvPr>
          <p:cNvSpPr txBox="1"/>
          <p:nvPr userDrawn="1"/>
        </p:nvSpPr>
        <p:spPr bwMode="gray">
          <a:xfrm>
            <a:off x="533400" y="4174657"/>
            <a:ext cx="2275883" cy="253916"/>
          </a:xfrm>
          <a:prstGeom prst="rect">
            <a:avLst/>
          </a:prstGeom>
          <a:noFill/>
          <a:ln w="19050">
            <a:noFill/>
            <a:miter lim="800000"/>
          </a:ln>
          <a:effectLst/>
        </p:spPr>
        <p:txBody>
          <a:bodyPr wrap="square" lIns="0" rIns="0">
            <a:spAutoFit/>
          </a:bodyPr>
          <a:lstStyle/>
          <a:p>
            <a:r>
              <a:rPr kumimoji="0" lang="en-US" sz="1050" i="0" u="none" strike="noStrike" kern="0" cap="none" spc="0" normalizeH="0" baseline="0" noProof="0" dirty="0">
                <a:ln>
                  <a:noFill/>
                </a:ln>
                <a:solidFill>
                  <a:schemeClr val="bg2"/>
                </a:solidFill>
                <a:effectLst/>
                <a:uLnTx/>
                <a:uFillTx/>
              </a:rPr>
              <a:t>Body </a:t>
            </a:r>
            <a:r>
              <a:rPr lang="en-US" sz="1050" kern="0" dirty="0">
                <a:solidFill>
                  <a:schemeClr val="bg2"/>
                </a:solidFill>
              </a:rPr>
              <a:t>s</a:t>
            </a:r>
            <a:r>
              <a:rPr kumimoji="0" lang="en-US" sz="1050" i="0" u="none" strike="noStrike" kern="0" cap="none" spc="0" normalizeH="0" baseline="0" noProof="0" dirty="0" err="1">
                <a:ln>
                  <a:noFill/>
                </a:ln>
                <a:solidFill>
                  <a:schemeClr val="bg2"/>
                </a:solidFill>
                <a:effectLst/>
                <a:uLnTx/>
                <a:uFillTx/>
              </a:rPr>
              <a:t>ub</a:t>
            </a:r>
            <a:r>
              <a:rPr kumimoji="0" lang="en-US" sz="1050" i="0" u="none" strike="noStrike" kern="0" cap="none" spc="0" normalizeH="0" baseline="0" noProof="0" dirty="0">
                <a:ln>
                  <a:noFill/>
                </a:ln>
                <a:solidFill>
                  <a:schemeClr val="bg2"/>
                </a:solidFill>
                <a:effectLst/>
                <a:uLnTx/>
                <a:uFillTx/>
              </a:rPr>
              <a:t> header</a:t>
            </a:r>
            <a:endParaRPr lang="en-US" sz="1050" noProof="0" dirty="0">
              <a:solidFill>
                <a:schemeClr val="bg2"/>
              </a:solidFill>
            </a:endParaRPr>
          </a:p>
        </p:txBody>
      </p:sp>
      <p:sp>
        <p:nvSpPr>
          <p:cNvPr id="72" name="Body Sub Header [STY]" hidden="1">
            <a:extLst>
              <a:ext uri="{FF2B5EF4-FFF2-40B4-BE49-F238E27FC236}">
                <a16:creationId xmlns:a16="http://schemas.microsoft.com/office/drawing/2014/main" id="{E0D63A4F-3B24-2D3D-6D48-D6D090FCD9A8}"/>
              </a:ext>
            </a:extLst>
          </p:cNvPr>
          <p:cNvSpPr txBox="1"/>
          <p:nvPr userDrawn="1"/>
        </p:nvSpPr>
        <p:spPr bwMode="gray">
          <a:xfrm>
            <a:off x="533400" y="4174657"/>
            <a:ext cx="2275883" cy="253916"/>
          </a:xfrm>
          <a:prstGeom prst="rect">
            <a:avLst/>
          </a:prstGeom>
          <a:noFill/>
          <a:ln w="19050">
            <a:noFill/>
            <a:miter lim="800000"/>
          </a:ln>
          <a:effectLst/>
        </p:spPr>
        <p:txBody>
          <a:bodyPr wrap="square" lIns="0" rIns="0">
            <a:spAutoFit/>
          </a:bodyPr>
          <a:lstStyle/>
          <a:p>
            <a:r>
              <a:rPr kumimoji="0" lang="en-US" sz="1050" i="0" u="none" strike="noStrike" kern="0" cap="none" spc="0" normalizeH="0" baseline="0" noProof="0" dirty="0">
                <a:ln>
                  <a:noFill/>
                </a:ln>
                <a:solidFill>
                  <a:schemeClr val="bg2"/>
                </a:solidFill>
                <a:effectLst/>
                <a:uLnTx/>
                <a:uFillTx/>
              </a:rPr>
              <a:t>Body </a:t>
            </a:r>
            <a:r>
              <a:rPr lang="en-US" sz="1050" kern="0" dirty="0">
                <a:solidFill>
                  <a:schemeClr val="bg2"/>
                </a:solidFill>
              </a:rPr>
              <a:t>s</a:t>
            </a:r>
            <a:r>
              <a:rPr kumimoji="0" lang="en-US" sz="1050" i="0" u="none" strike="noStrike" kern="0" cap="none" spc="0" normalizeH="0" baseline="0" noProof="0" dirty="0" err="1">
                <a:ln>
                  <a:noFill/>
                </a:ln>
                <a:solidFill>
                  <a:schemeClr val="bg2"/>
                </a:solidFill>
                <a:effectLst/>
                <a:uLnTx/>
                <a:uFillTx/>
              </a:rPr>
              <a:t>ub</a:t>
            </a:r>
            <a:r>
              <a:rPr kumimoji="0" lang="en-US" sz="1050" i="0" u="none" strike="noStrike" kern="0" cap="none" spc="0" normalizeH="0" baseline="0" noProof="0" dirty="0">
                <a:ln>
                  <a:noFill/>
                </a:ln>
                <a:solidFill>
                  <a:schemeClr val="bg2"/>
                </a:solidFill>
                <a:effectLst/>
                <a:uLnTx/>
                <a:uFillTx/>
              </a:rPr>
              <a:t> header</a:t>
            </a:r>
            <a:endParaRPr lang="en-US" sz="1050" noProof="0" dirty="0">
              <a:solidFill>
                <a:schemeClr val="bg2"/>
              </a:solidFill>
            </a:endParaRPr>
          </a:p>
        </p:txBody>
      </p:sp>
      <p:sp>
        <p:nvSpPr>
          <p:cNvPr id="52" name="Bottom Call Out Box [SS]" hidden="1">
            <a:extLst>
              <a:ext uri="{FF2B5EF4-FFF2-40B4-BE49-F238E27FC236}">
                <a16:creationId xmlns:a16="http://schemas.microsoft.com/office/drawing/2014/main" id="{5B253EC3-AE05-B062-10AC-929E93696F64}"/>
              </a:ext>
            </a:extLst>
          </p:cNvPr>
          <p:cNvSpPr txBox="1"/>
          <p:nvPr userDrawn="1"/>
        </p:nvSpPr>
        <p:spPr>
          <a:xfrm>
            <a:off x="7" y="5656062"/>
            <a:ext cx="12191986" cy="447004"/>
          </a:xfrm>
          <a:prstGeom prst="rect">
            <a:avLst/>
          </a:prstGeom>
          <a:solidFill>
            <a:srgbClr val="EBEBEB"/>
          </a:solidFill>
        </p:spPr>
        <p:txBody>
          <a:bodyPr wrap="square" lIns="548640" rtlCol="0" anchor="ctr">
            <a:noAutofit/>
          </a:bodyPr>
          <a:lstStyle/>
          <a:p>
            <a:r>
              <a:rPr lang="en-US" sz="1200">
                <a:solidFill>
                  <a:schemeClr val="tx2"/>
                </a:solidFill>
                <a:latin typeface="+mj-lt"/>
              </a:rPr>
              <a:t>Call out box</a:t>
            </a:r>
          </a:p>
        </p:txBody>
      </p:sp>
      <p:sp>
        <p:nvSpPr>
          <p:cNvPr id="53" name="Bottom Call Out Box [STY]" hidden="1">
            <a:extLst>
              <a:ext uri="{FF2B5EF4-FFF2-40B4-BE49-F238E27FC236}">
                <a16:creationId xmlns:a16="http://schemas.microsoft.com/office/drawing/2014/main" id="{2F324AD1-808F-B015-80B9-FDB3F47D447E}"/>
              </a:ext>
            </a:extLst>
          </p:cNvPr>
          <p:cNvSpPr txBox="1"/>
          <p:nvPr userDrawn="1"/>
        </p:nvSpPr>
        <p:spPr>
          <a:xfrm>
            <a:off x="7" y="5656062"/>
            <a:ext cx="12191986" cy="447004"/>
          </a:xfrm>
          <a:prstGeom prst="rect">
            <a:avLst/>
          </a:prstGeom>
          <a:solidFill>
            <a:srgbClr val="EBEBEB"/>
          </a:solidFill>
        </p:spPr>
        <p:txBody>
          <a:bodyPr wrap="square" lIns="548640" rtlCol="0" anchor="ctr">
            <a:noAutofit/>
          </a:bodyPr>
          <a:lstStyle/>
          <a:p>
            <a:r>
              <a:rPr lang="en-US" sz="1200">
                <a:solidFill>
                  <a:schemeClr val="tx2"/>
                </a:solidFill>
                <a:latin typeface="+mj-lt"/>
              </a:rPr>
              <a:t>Call out box</a:t>
            </a:r>
          </a:p>
        </p:txBody>
      </p:sp>
      <p:sp>
        <p:nvSpPr>
          <p:cNvPr id="66" name="Circled Number [SS]" hidden="1">
            <a:extLst>
              <a:ext uri="{FF2B5EF4-FFF2-40B4-BE49-F238E27FC236}">
                <a16:creationId xmlns:a16="http://schemas.microsoft.com/office/drawing/2014/main" id="{0175A559-069E-92DD-31E6-EE9AA0A31B6D}"/>
              </a:ext>
            </a:extLst>
          </p:cNvPr>
          <p:cNvSpPr/>
          <p:nvPr userDrawn="1"/>
        </p:nvSpPr>
        <p:spPr>
          <a:xfrm>
            <a:off x="544959" y="3432137"/>
            <a:ext cx="512080" cy="51208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300"/>
              </a:spcBef>
              <a:spcAft>
                <a:spcPts val="600"/>
              </a:spcAft>
            </a:pPr>
            <a:r>
              <a:rPr lang="en-US" sz="2400" b="1" dirty="0">
                <a:solidFill>
                  <a:schemeClr val="bg1"/>
                </a:solidFill>
              </a:rPr>
              <a:t>1</a:t>
            </a:r>
          </a:p>
        </p:txBody>
      </p:sp>
      <p:sp>
        <p:nvSpPr>
          <p:cNvPr id="71" name="Circled Number [STY]" hidden="1">
            <a:extLst>
              <a:ext uri="{FF2B5EF4-FFF2-40B4-BE49-F238E27FC236}">
                <a16:creationId xmlns:a16="http://schemas.microsoft.com/office/drawing/2014/main" id="{9C02DA55-3ABA-61DC-B654-C3BC22B94476}"/>
              </a:ext>
            </a:extLst>
          </p:cNvPr>
          <p:cNvSpPr/>
          <p:nvPr userDrawn="1"/>
        </p:nvSpPr>
        <p:spPr>
          <a:xfrm>
            <a:off x="544959" y="3432137"/>
            <a:ext cx="512080" cy="512080"/>
          </a:xfrm>
          <a:prstGeom prst="ellipse">
            <a:avLst/>
          </a:prstGeom>
          <a:solidFill>
            <a:srgbClr val="85D6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300"/>
              </a:spcBef>
              <a:spcAft>
                <a:spcPts val="600"/>
              </a:spcAft>
            </a:pPr>
            <a:r>
              <a:rPr lang="en-US" sz="2400" b="1" dirty="0">
                <a:solidFill>
                  <a:schemeClr val="bg1"/>
                </a:solidFill>
              </a:rPr>
              <a:t>1</a:t>
            </a:r>
          </a:p>
        </p:txBody>
      </p:sp>
      <p:sp>
        <p:nvSpPr>
          <p:cNvPr id="54" name="Footer [STY]" hidden="1">
            <a:extLst>
              <a:ext uri="{FF2B5EF4-FFF2-40B4-BE49-F238E27FC236}">
                <a16:creationId xmlns:a16="http://schemas.microsoft.com/office/drawing/2014/main" id="{A3E0F99A-652E-5DB6-F786-372760FEED22}"/>
              </a:ext>
            </a:extLst>
          </p:cNvPr>
          <p:cNvSpPr txBox="1"/>
          <p:nvPr userDrawn="1"/>
        </p:nvSpPr>
        <p:spPr bwMode="gray">
          <a:xfrm>
            <a:off x="1552898" y="6394337"/>
            <a:ext cx="8741722" cy="320040"/>
          </a:xfrm>
          <a:prstGeom prst="rect">
            <a:avLst/>
          </a:prstGeom>
        </p:spPr>
        <p:txBody>
          <a:bodyPr vert="horz" lIns="0" tIns="0" rIns="0" bIns="0" numCol="1" spcCol="91440" rtlCol="0" anchor="b">
            <a:normAutofit/>
          </a:bodyPr>
          <a:lstStyle>
            <a:defPPr>
              <a:defRPr lang="en-US"/>
            </a:defPPr>
            <a:lvl1pPr marL="137160" indent="-137160">
              <a:lnSpc>
                <a:spcPct val="90000"/>
              </a:lnSpc>
              <a:buFont typeface="+mj-lt"/>
              <a:buAutoNum type="arabicPeriod"/>
              <a:defRPr sz="700"/>
            </a:lvl1pPr>
          </a:lstStyle>
          <a:p>
            <a:pPr lvl="0"/>
            <a:r>
              <a:rPr lang="en-US" dirty="0"/>
              <a:t>Footnotes</a:t>
            </a:r>
          </a:p>
        </p:txBody>
      </p:sp>
      <p:sp>
        <p:nvSpPr>
          <p:cNvPr id="55" name="Footer [SS]" hidden="1">
            <a:extLst>
              <a:ext uri="{FF2B5EF4-FFF2-40B4-BE49-F238E27FC236}">
                <a16:creationId xmlns:a16="http://schemas.microsoft.com/office/drawing/2014/main" id="{36369E81-C7DC-46EB-4087-25320BB18550}"/>
              </a:ext>
            </a:extLst>
          </p:cNvPr>
          <p:cNvSpPr txBox="1"/>
          <p:nvPr userDrawn="1"/>
        </p:nvSpPr>
        <p:spPr bwMode="gray">
          <a:xfrm>
            <a:off x="1552898" y="6401435"/>
            <a:ext cx="8741722" cy="320040"/>
          </a:xfrm>
          <a:prstGeom prst="rect">
            <a:avLst/>
          </a:prstGeom>
        </p:spPr>
        <p:txBody>
          <a:bodyPr vert="horz" lIns="0" tIns="0" rIns="0" bIns="0" numCol="1" spcCol="91440" rtlCol="0" anchor="b">
            <a:normAutofit/>
          </a:bodyPr>
          <a:lstStyle>
            <a:defPPr>
              <a:defRPr lang="en-US"/>
            </a:defPPr>
            <a:lvl1pPr marL="137160" indent="-137160">
              <a:lnSpc>
                <a:spcPct val="90000"/>
              </a:lnSpc>
              <a:buFont typeface="+mj-lt"/>
              <a:buAutoNum type="arabicPeriod"/>
              <a:defRPr sz="700"/>
            </a:lvl1pPr>
          </a:lstStyle>
          <a:p>
            <a:pPr lvl="0"/>
            <a:r>
              <a:rPr lang="en-US" dirty="0"/>
              <a:t>Footnotes</a:t>
            </a:r>
          </a:p>
        </p:txBody>
      </p:sp>
      <p:sp>
        <p:nvSpPr>
          <p:cNvPr id="46" name="Header with Line [SS]" hidden="1">
            <a:extLst>
              <a:ext uri="{FF2B5EF4-FFF2-40B4-BE49-F238E27FC236}">
                <a16:creationId xmlns:a16="http://schemas.microsoft.com/office/drawing/2014/main" id="{F0011142-97DF-57E3-03C6-F3C51B28E7C3}"/>
              </a:ext>
            </a:extLst>
          </p:cNvPr>
          <p:cNvSpPr txBox="1">
            <a:spLocks/>
          </p:cNvSpPr>
          <p:nvPr userDrawn="1"/>
        </p:nvSpPr>
        <p:spPr>
          <a:xfrm>
            <a:off x="533398" y="1371714"/>
            <a:ext cx="5440680" cy="9144"/>
          </a:xfrm>
          <a:prstGeom prst="rect">
            <a:avLst/>
          </a:prstGeom>
          <a:solidFill>
            <a:schemeClr val="bg2"/>
          </a:solidFill>
        </p:spPr>
        <p:txBody>
          <a:bodyPr lIns="0" tIns="137160" rIns="0" bIns="0">
            <a:noAutofit/>
          </a:bodyPr>
          <a:lstStyle>
            <a:lvl1pPr marL="0" indent="0" algn="l" defTabSz="914400" rtl="0" eaLnBrk="1" latinLnBrk="0" hangingPunct="1">
              <a:lnSpc>
                <a:spcPct val="110000"/>
              </a:lnSpc>
              <a:spcBef>
                <a:spcPts val="0"/>
              </a:spcBef>
              <a:spcAft>
                <a:spcPts val="600"/>
              </a:spcAft>
              <a:buClr>
                <a:schemeClr val="bg2"/>
              </a:buClr>
              <a:buFont typeface="Arial" panose="020B0604020202020204" pitchFamily="34" charset="0"/>
              <a:buNone/>
              <a:defRPr sz="1400" kern="1200" spc="0" baseline="0">
                <a:solidFill>
                  <a:schemeClr val="tx2"/>
                </a:solidFill>
                <a:latin typeface="+mn-lt"/>
                <a:ea typeface="+mn-ea"/>
                <a:cs typeface="+mn-cs"/>
              </a:defRPr>
            </a:lvl1pPr>
            <a:lvl2pPr marL="182880" indent="0" algn="l" defTabSz="914400" rtl="0" eaLnBrk="1" latinLnBrk="0" hangingPunct="1">
              <a:lnSpc>
                <a:spcPct val="110000"/>
              </a:lnSpc>
              <a:spcBef>
                <a:spcPts val="0"/>
              </a:spcBef>
              <a:spcAft>
                <a:spcPts val="600"/>
              </a:spcAft>
              <a:buClr>
                <a:schemeClr val="bg2"/>
              </a:buClr>
              <a:buFont typeface="Segoe UI" panose="020B0502040204020203" pitchFamily="34" charset="0"/>
              <a:buNone/>
              <a:defRPr sz="1400" kern="1200" spc="0" baseline="0">
                <a:solidFill>
                  <a:schemeClr val="tx1"/>
                </a:solidFill>
                <a:latin typeface="+mn-lt"/>
                <a:ea typeface="+mn-ea"/>
                <a:cs typeface="+mn-cs"/>
              </a:defRPr>
            </a:lvl2pPr>
            <a:lvl3pPr marL="365760" indent="0" algn="l" defTabSz="914400" rtl="0" eaLnBrk="1" latinLnBrk="0" hangingPunct="1">
              <a:lnSpc>
                <a:spcPct val="110000"/>
              </a:lnSpc>
              <a:spcBef>
                <a:spcPts val="0"/>
              </a:spcBef>
              <a:spcAft>
                <a:spcPts val="600"/>
              </a:spcAft>
              <a:buClr>
                <a:schemeClr val="bg2"/>
              </a:buClr>
              <a:buFont typeface="Arial" panose="020B0604020202020204" pitchFamily="34" charset="0"/>
              <a:buNone/>
              <a:defRPr sz="1400" kern="1200" spc="0" baseline="0">
                <a:solidFill>
                  <a:schemeClr val="tx1"/>
                </a:solidFill>
                <a:latin typeface="+mn-lt"/>
                <a:ea typeface="+mn-ea"/>
                <a:cs typeface="+mn-cs"/>
              </a:defRPr>
            </a:lvl3pPr>
            <a:lvl4pPr marL="548640" indent="0" algn="l" defTabSz="914400" rtl="0" eaLnBrk="1" latinLnBrk="0" hangingPunct="1">
              <a:lnSpc>
                <a:spcPct val="110000"/>
              </a:lnSpc>
              <a:spcBef>
                <a:spcPts val="0"/>
              </a:spcBef>
              <a:spcAft>
                <a:spcPts val="600"/>
              </a:spcAft>
              <a:buClr>
                <a:schemeClr val="bg2"/>
              </a:buClr>
              <a:buFont typeface="Arial" panose="020B0604020202020204" pitchFamily="34" charset="0"/>
              <a:buNone/>
              <a:defRPr sz="1400" kern="1200" spc="0" baseline="0">
                <a:solidFill>
                  <a:schemeClr val="tx1"/>
                </a:solidFill>
                <a:latin typeface="+mn-lt"/>
                <a:ea typeface="+mn-ea"/>
                <a:cs typeface="+mn-cs"/>
              </a:defRPr>
            </a:lvl4pPr>
            <a:lvl5pPr marL="731520" indent="0" algn="l" defTabSz="914400" rtl="0" eaLnBrk="1" latinLnBrk="0" hangingPunct="1">
              <a:lnSpc>
                <a:spcPct val="110000"/>
              </a:lnSpc>
              <a:spcBef>
                <a:spcPts val="0"/>
              </a:spcBef>
              <a:spcAft>
                <a:spcPts val="600"/>
              </a:spcAft>
              <a:buClr>
                <a:schemeClr val="bg2"/>
              </a:buClr>
              <a:buFont typeface="Arial" panose="020B0604020202020204" pitchFamily="34" charset="0"/>
              <a:buNone/>
              <a:defRPr sz="1400" kern="1200" spc="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Header with Line</a:t>
            </a:r>
          </a:p>
        </p:txBody>
      </p:sp>
      <p:sp>
        <p:nvSpPr>
          <p:cNvPr id="41" name="Header with Line [STY]" hidden="1">
            <a:extLst>
              <a:ext uri="{FF2B5EF4-FFF2-40B4-BE49-F238E27FC236}">
                <a16:creationId xmlns:a16="http://schemas.microsoft.com/office/drawing/2014/main" id="{35B28131-85C7-ED84-A226-4C6E020D06AD}"/>
              </a:ext>
            </a:extLst>
          </p:cNvPr>
          <p:cNvSpPr txBox="1">
            <a:spLocks/>
          </p:cNvSpPr>
          <p:nvPr userDrawn="1"/>
        </p:nvSpPr>
        <p:spPr>
          <a:xfrm>
            <a:off x="533398" y="1371714"/>
            <a:ext cx="5440680" cy="9144"/>
          </a:xfrm>
          <a:prstGeom prst="rect">
            <a:avLst/>
          </a:prstGeom>
          <a:solidFill>
            <a:schemeClr val="bg2"/>
          </a:solidFill>
        </p:spPr>
        <p:txBody>
          <a:bodyPr lIns="0" tIns="137160" rIns="0" bIns="0">
            <a:noAutofit/>
          </a:bodyPr>
          <a:lstStyle>
            <a:lvl1pPr marL="0" indent="0" algn="l" defTabSz="914400" rtl="0" eaLnBrk="1" latinLnBrk="0" hangingPunct="1">
              <a:lnSpc>
                <a:spcPct val="110000"/>
              </a:lnSpc>
              <a:spcBef>
                <a:spcPts val="0"/>
              </a:spcBef>
              <a:spcAft>
                <a:spcPts val="600"/>
              </a:spcAft>
              <a:buClr>
                <a:schemeClr val="bg2"/>
              </a:buClr>
              <a:buFont typeface="Arial" panose="020B0604020202020204" pitchFamily="34" charset="0"/>
              <a:buNone/>
              <a:defRPr sz="1400" kern="1200" spc="0" baseline="0">
                <a:solidFill>
                  <a:schemeClr val="tx2"/>
                </a:solidFill>
                <a:latin typeface="+mn-lt"/>
                <a:ea typeface="+mn-ea"/>
                <a:cs typeface="+mn-cs"/>
              </a:defRPr>
            </a:lvl1pPr>
            <a:lvl2pPr marL="182880" indent="0" algn="l" defTabSz="914400" rtl="0" eaLnBrk="1" latinLnBrk="0" hangingPunct="1">
              <a:lnSpc>
                <a:spcPct val="110000"/>
              </a:lnSpc>
              <a:spcBef>
                <a:spcPts val="0"/>
              </a:spcBef>
              <a:spcAft>
                <a:spcPts val="600"/>
              </a:spcAft>
              <a:buClr>
                <a:schemeClr val="bg2"/>
              </a:buClr>
              <a:buFont typeface="Segoe UI" panose="020B0502040204020203" pitchFamily="34" charset="0"/>
              <a:buNone/>
              <a:defRPr sz="1400" kern="1200" spc="0" baseline="0">
                <a:solidFill>
                  <a:schemeClr val="tx1"/>
                </a:solidFill>
                <a:latin typeface="+mn-lt"/>
                <a:ea typeface="+mn-ea"/>
                <a:cs typeface="+mn-cs"/>
              </a:defRPr>
            </a:lvl2pPr>
            <a:lvl3pPr marL="365760" indent="0" algn="l" defTabSz="914400" rtl="0" eaLnBrk="1" latinLnBrk="0" hangingPunct="1">
              <a:lnSpc>
                <a:spcPct val="110000"/>
              </a:lnSpc>
              <a:spcBef>
                <a:spcPts val="0"/>
              </a:spcBef>
              <a:spcAft>
                <a:spcPts val="600"/>
              </a:spcAft>
              <a:buClr>
                <a:schemeClr val="bg2"/>
              </a:buClr>
              <a:buFont typeface="Arial" panose="020B0604020202020204" pitchFamily="34" charset="0"/>
              <a:buNone/>
              <a:defRPr sz="1400" kern="1200" spc="0" baseline="0">
                <a:solidFill>
                  <a:schemeClr val="tx1"/>
                </a:solidFill>
                <a:latin typeface="+mn-lt"/>
                <a:ea typeface="+mn-ea"/>
                <a:cs typeface="+mn-cs"/>
              </a:defRPr>
            </a:lvl3pPr>
            <a:lvl4pPr marL="548640" indent="0" algn="l" defTabSz="914400" rtl="0" eaLnBrk="1" latinLnBrk="0" hangingPunct="1">
              <a:lnSpc>
                <a:spcPct val="110000"/>
              </a:lnSpc>
              <a:spcBef>
                <a:spcPts val="0"/>
              </a:spcBef>
              <a:spcAft>
                <a:spcPts val="600"/>
              </a:spcAft>
              <a:buClr>
                <a:schemeClr val="bg2"/>
              </a:buClr>
              <a:buFont typeface="Arial" panose="020B0604020202020204" pitchFamily="34" charset="0"/>
              <a:buNone/>
              <a:defRPr sz="1400" kern="1200" spc="0" baseline="0">
                <a:solidFill>
                  <a:schemeClr val="tx1"/>
                </a:solidFill>
                <a:latin typeface="+mn-lt"/>
                <a:ea typeface="+mn-ea"/>
                <a:cs typeface="+mn-cs"/>
              </a:defRPr>
            </a:lvl4pPr>
            <a:lvl5pPr marL="731520" indent="0" algn="l" defTabSz="914400" rtl="0" eaLnBrk="1" latinLnBrk="0" hangingPunct="1">
              <a:lnSpc>
                <a:spcPct val="110000"/>
              </a:lnSpc>
              <a:spcBef>
                <a:spcPts val="0"/>
              </a:spcBef>
              <a:spcAft>
                <a:spcPts val="600"/>
              </a:spcAft>
              <a:buClr>
                <a:schemeClr val="bg2"/>
              </a:buClr>
              <a:buFont typeface="Arial" panose="020B0604020202020204" pitchFamily="34" charset="0"/>
              <a:buNone/>
              <a:defRPr sz="1400" kern="1200" spc="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Header with Line</a:t>
            </a:r>
          </a:p>
        </p:txBody>
      </p:sp>
      <p:cxnSp>
        <p:nvCxnSpPr>
          <p:cNvPr id="45" name="Horizontal Divider Line (1 pt) [STY]" hidden="1">
            <a:extLst>
              <a:ext uri="{FF2B5EF4-FFF2-40B4-BE49-F238E27FC236}">
                <a16:creationId xmlns:a16="http://schemas.microsoft.com/office/drawing/2014/main" id="{02D2E60E-9887-234F-9C63-5208954CB2DD}"/>
              </a:ext>
            </a:extLst>
          </p:cNvPr>
          <p:cNvCxnSpPr>
            <a:cxnSpLocks/>
          </p:cNvCxnSpPr>
          <p:nvPr userDrawn="1"/>
        </p:nvCxnSpPr>
        <p:spPr>
          <a:xfrm rot="16200000">
            <a:off x="1186315" y="3274664"/>
            <a:ext cx="0" cy="1048215"/>
          </a:xfrm>
          <a:prstGeom prst="line">
            <a:avLst/>
          </a:prstGeom>
          <a:ln w="12700">
            <a:solidFill>
              <a:schemeClr val="bg2"/>
            </a:solidFill>
          </a:ln>
        </p:spPr>
        <p:style>
          <a:lnRef idx="2">
            <a:schemeClr val="accent1"/>
          </a:lnRef>
          <a:fillRef idx="0">
            <a:schemeClr val="accent1"/>
          </a:fillRef>
          <a:effectRef idx="1">
            <a:schemeClr val="accent1"/>
          </a:effectRef>
          <a:fontRef idx="minor">
            <a:schemeClr val="tx1"/>
          </a:fontRef>
        </p:style>
      </p:cxnSp>
      <p:cxnSp>
        <p:nvCxnSpPr>
          <p:cNvPr id="76" name="Horizontal Divider Line (1 pt) [SS]" hidden="1">
            <a:extLst>
              <a:ext uri="{FF2B5EF4-FFF2-40B4-BE49-F238E27FC236}">
                <a16:creationId xmlns:a16="http://schemas.microsoft.com/office/drawing/2014/main" id="{9FAFE6B2-3C51-212D-A7E0-42FA2F0783F1}"/>
              </a:ext>
            </a:extLst>
          </p:cNvPr>
          <p:cNvCxnSpPr>
            <a:cxnSpLocks/>
          </p:cNvCxnSpPr>
          <p:nvPr userDrawn="1"/>
        </p:nvCxnSpPr>
        <p:spPr>
          <a:xfrm rot="16200000">
            <a:off x="1338715" y="3427064"/>
            <a:ext cx="0" cy="1048215"/>
          </a:xfrm>
          <a:prstGeom prst="line">
            <a:avLst/>
          </a:prstGeom>
          <a:ln w="12700">
            <a:solidFill>
              <a:schemeClr val="bg2"/>
            </a:solidFill>
          </a:ln>
        </p:spPr>
        <p:style>
          <a:lnRef idx="2">
            <a:schemeClr val="accent1"/>
          </a:lnRef>
          <a:fillRef idx="0">
            <a:schemeClr val="accent1"/>
          </a:fillRef>
          <a:effectRef idx="1">
            <a:schemeClr val="accent1"/>
          </a:effectRef>
          <a:fontRef idx="minor">
            <a:schemeClr val="tx1"/>
          </a:fontRef>
        </p:style>
      </p:cxnSp>
      <p:sp>
        <p:nvSpPr>
          <p:cNvPr id="65" name="Icon Border Circle [SS]" hidden="1">
            <a:extLst>
              <a:ext uri="{FF2B5EF4-FFF2-40B4-BE49-F238E27FC236}">
                <a16:creationId xmlns:a16="http://schemas.microsoft.com/office/drawing/2014/main" id="{4A866722-CFC7-BF89-717C-449A89162191}"/>
              </a:ext>
            </a:extLst>
          </p:cNvPr>
          <p:cNvSpPr/>
          <p:nvPr userDrawn="1"/>
        </p:nvSpPr>
        <p:spPr>
          <a:xfrm>
            <a:off x="544959" y="2692382"/>
            <a:ext cx="512080" cy="512080"/>
          </a:xfrm>
          <a:prstGeom prst="ellipse">
            <a:avLst/>
          </a:prstGeom>
          <a:solidFill>
            <a:srgbClr val="FFFFFF"/>
          </a:solidFill>
          <a:ln w="12700">
            <a:solidFill>
              <a:srgbClr val="4F4C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300"/>
              </a:spcBef>
              <a:spcAft>
                <a:spcPts val="600"/>
              </a:spcAft>
            </a:pPr>
            <a:endParaRPr lang="en-US" sz="2400" b="1" dirty="0">
              <a:solidFill>
                <a:schemeClr val="bg2"/>
              </a:solidFill>
            </a:endParaRPr>
          </a:p>
        </p:txBody>
      </p:sp>
      <p:sp>
        <p:nvSpPr>
          <p:cNvPr id="70" name="Icon Border Circle [STY]" hidden="1">
            <a:extLst>
              <a:ext uri="{FF2B5EF4-FFF2-40B4-BE49-F238E27FC236}">
                <a16:creationId xmlns:a16="http://schemas.microsoft.com/office/drawing/2014/main" id="{982F3A0E-0871-6C51-1274-ACAE530A9C35}"/>
              </a:ext>
            </a:extLst>
          </p:cNvPr>
          <p:cNvSpPr/>
          <p:nvPr userDrawn="1"/>
        </p:nvSpPr>
        <p:spPr>
          <a:xfrm>
            <a:off x="544959" y="2692382"/>
            <a:ext cx="512080" cy="512080"/>
          </a:xfrm>
          <a:prstGeom prst="ellipse">
            <a:avLst/>
          </a:prstGeom>
          <a:solidFill>
            <a:srgbClr val="FFFFFF"/>
          </a:solidFill>
          <a:ln w="12700">
            <a:solidFill>
              <a:srgbClr val="4F4C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300"/>
              </a:spcBef>
              <a:spcAft>
                <a:spcPts val="600"/>
              </a:spcAft>
            </a:pPr>
            <a:endParaRPr lang="en-US" sz="2400" b="1" dirty="0">
              <a:solidFill>
                <a:schemeClr val="bg2"/>
              </a:solidFill>
            </a:endParaRPr>
          </a:p>
        </p:txBody>
      </p:sp>
      <p:sp>
        <p:nvSpPr>
          <p:cNvPr id="62" name="Shape with Text [SS]" hidden="1">
            <a:extLst>
              <a:ext uri="{FF2B5EF4-FFF2-40B4-BE49-F238E27FC236}">
                <a16:creationId xmlns:a16="http://schemas.microsoft.com/office/drawing/2014/main" id="{4C146DF3-F438-5132-224F-855A85B972E9}"/>
              </a:ext>
            </a:extLst>
          </p:cNvPr>
          <p:cNvSpPr/>
          <p:nvPr userDrawn="1"/>
        </p:nvSpPr>
        <p:spPr>
          <a:xfrm>
            <a:off x="533400" y="1413145"/>
            <a:ext cx="1783230" cy="663752"/>
          </a:xfrm>
          <a:prstGeom prst="rect">
            <a:avLst/>
          </a:prstGeom>
          <a:solidFill>
            <a:srgbClr val="E3F7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100" b="1" dirty="0">
                <a:solidFill>
                  <a:schemeClr val="tx2"/>
                </a:solidFill>
                <a:cs typeface="Segoe UI Semibold" panose="020B0702040204020203" pitchFamily="34" charset="0"/>
              </a:rPr>
              <a:t>Shape with Text</a:t>
            </a:r>
          </a:p>
        </p:txBody>
      </p:sp>
      <p:sp>
        <p:nvSpPr>
          <p:cNvPr id="68" name="Shape with Text [STY]" hidden="1">
            <a:extLst>
              <a:ext uri="{FF2B5EF4-FFF2-40B4-BE49-F238E27FC236}">
                <a16:creationId xmlns:a16="http://schemas.microsoft.com/office/drawing/2014/main" id="{72557D1B-DAA2-B621-B673-C1AE2A6422BD}"/>
              </a:ext>
            </a:extLst>
          </p:cNvPr>
          <p:cNvSpPr/>
          <p:nvPr userDrawn="1"/>
        </p:nvSpPr>
        <p:spPr>
          <a:xfrm>
            <a:off x="533400" y="1413145"/>
            <a:ext cx="1783230" cy="663752"/>
          </a:xfrm>
          <a:prstGeom prst="rect">
            <a:avLst/>
          </a:prstGeom>
          <a:solidFill>
            <a:srgbClr val="E3F7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100" b="1" dirty="0">
                <a:solidFill>
                  <a:schemeClr val="tx2"/>
                </a:solidFill>
                <a:cs typeface="Segoe UI Semibold" panose="020B0702040204020203" pitchFamily="34" charset="0"/>
              </a:rPr>
              <a:t>Shape with Text</a:t>
            </a:r>
          </a:p>
        </p:txBody>
      </p:sp>
      <p:sp>
        <p:nvSpPr>
          <p:cNvPr id="47" name="Side Call Out Box [STY]" hidden="1">
            <a:extLst>
              <a:ext uri="{FF2B5EF4-FFF2-40B4-BE49-F238E27FC236}">
                <a16:creationId xmlns:a16="http://schemas.microsoft.com/office/drawing/2014/main" id="{2E166215-4BDC-7CAC-539D-771DA73E2FE6}"/>
              </a:ext>
            </a:extLst>
          </p:cNvPr>
          <p:cNvSpPr txBox="1"/>
          <p:nvPr userDrawn="1"/>
        </p:nvSpPr>
        <p:spPr>
          <a:xfrm>
            <a:off x="9378194" y="2475572"/>
            <a:ext cx="2813806" cy="2727084"/>
          </a:xfrm>
          <a:prstGeom prst="rect">
            <a:avLst/>
          </a:prstGeom>
          <a:solidFill>
            <a:srgbClr val="E3F7FC"/>
          </a:solidFill>
        </p:spPr>
        <p:txBody>
          <a:bodyPr wrap="square" lIns="182880" tIns="91440" rIns="457200" rtlCol="0">
            <a:noAutofit/>
          </a:bodyPr>
          <a:lstStyle/>
          <a:p>
            <a:pPr>
              <a:spcBef>
                <a:spcPts val="600"/>
              </a:spcBef>
              <a:spcAft>
                <a:spcPts val="300"/>
              </a:spcAft>
              <a:buClr>
                <a:schemeClr val="accent3"/>
              </a:buClr>
            </a:pPr>
            <a:r>
              <a:rPr lang="en-GB" sz="1050" dirty="0"/>
              <a:t>Insert text here</a:t>
            </a:r>
          </a:p>
        </p:txBody>
      </p:sp>
      <p:sp>
        <p:nvSpPr>
          <p:cNvPr id="44" name="Side Call Out Box [SS]" hidden="1">
            <a:extLst>
              <a:ext uri="{FF2B5EF4-FFF2-40B4-BE49-F238E27FC236}">
                <a16:creationId xmlns:a16="http://schemas.microsoft.com/office/drawing/2014/main" id="{92DBE8B1-1C26-4E2D-9793-1B198A6EA71B}"/>
              </a:ext>
            </a:extLst>
          </p:cNvPr>
          <p:cNvSpPr txBox="1"/>
          <p:nvPr userDrawn="1"/>
        </p:nvSpPr>
        <p:spPr>
          <a:xfrm>
            <a:off x="9378194" y="2475572"/>
            <a:ext cx="2813806" cy="2727084"/>
          </a:xfrm>
          <a:prstGeom prst="rect">
            <a:avLst/>
          </a:prstGeom>
          <a:solidFill>
            <a:srgbClr val="E3F7FC"/>
          </a:solidFill>
        </p:spPr>
        <p:txBody>
          <a:bodyPr wrap="square" lIns="182880" tIns="91440" rIns="457200" rtlCol="0">
            <a:noAutofit/>
          </a:bodyPr>
          <a:lstStyle/>
          <a:p>
            <a:pPr>
              <a:spcBef>
                <a:spcPts val="600"/>
              </a:spcBef>
              <a:spcAft>
                <a:spcPts val="300"/>
              </a:spcAft>
              <a:buClr>
                <a:schemeClr val="accent3"/>
              </a:buClr>
            </a:pPr>
            <a:r>
              <a:rPr lang="en-GB" sz="1050" b="1" dirty="0">
                <a:solidFill>
                  <a:schemeClr val="tx2"/>
                </a:solidFill>
              </a:rPr>
              <a:t>SIDE CALL OUT BOX</a:t>
            </a:r>
          </a:p>
          <a:p>
            <a:pPr>
              <a:spcBef>
                <a:spcPts val="600"/>
              </a:spcBef>
              <a:spcAft>
                <a:spcPts val="300"/>
              </a:spcAft>
              <a:buClr>
                <a:schemeClr val="accent3"/>
              </a:buClr>
            </a:pPr>
            <a:r>
              <a:rPr lang="en-GB" sz="1050" dirty="0"/>
              <a:t>Insert text here</a:t>
            </a:r>
          </a:p>
        </p:txBody>
      </p:sp>
      <p:grpSp>
        <p:nvGrpSpPr>
          <p:cNvPr id="4" name="Slide Section Number [SS]" hidden="1">
            <a:extLst>
              <a:ext uri="{FF2B5EF4-FFF2-40B4-BE49-F238E27FC236}">
                <a16:creationId xmlns:a16="http://schemas.microsoft.com/office/drawing/2014/main" id="{EE317F1C-1CE5-4499-80B8-754E7D347F4E}"/>
              </a:ext>
            </a:extLst>
          </p:cNvPr>
          <p:cNvGrpSpPr/>
          <p:nvPr userDrawn="1"/>
        </p:nvGrpSpPr>
        <p:grpSpPr>
          <a:xfrm>
            <a:off x="103238" y="228602"/>
            <a:ext cx="361738" cy="853930"/>
            <a:chOff x="103238" y="228602"/>
            <a:chExt cx="361738" cy="853930"/>
          </a:xfrm>
        </p:grpSpPr>
        <p:sp>
          <p:nvSpPr>
            <p:cNvPr id="58" name="Rectangle">
              <a:extLst>
                <a:ext uri="{FF2B5EF4-FFF2-40B4-BE49-F238E27FC236}">
                  <a16:creationId xmlns:a16="http://schemas.microsoft.com/office/drawing/2014/main" id="{A7039C41-3534-E067-747F-C5A9B3F5EAD7}"/>
                </a:ext>
              </a:extLst>
            </p:cNvPr>
            <p:cNvSpPr/>
            <p:nvPr/>
          </p:nvSpPr>
          <p:spPr>
            <a:xfrm>
              <a:off x="103238" y="228602"/>
              <a:ext cx="361738" cy="85393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137160" indent="-137160" algn="l">
                <a:spcBef>
                  <a:spcPts val="300"/>
                </a:spcBef>
                <a:spcAft>
                  <a:spcPts val="600"/>
                </a:spcAft>
                <a:buFont typeface="Arial" panose="020B0604020202020204" pitchFamily="34" charset="0"/>
                <a:buChar char="•"/>
              </a:pPr>
              <a:endParaRPr lang="en-US" sz="1050" dirty="0">
                <a:solidFill>
                  <a:schemeClr val="tx1"/>
                </a:solidFill>
              </a:endParaRPr>
            </a:p>
          </p:txBody>
        </p:sp>
        <p:sp>
          <p:nvSpPr>
            <p:cNvPr id="61" name="Page Number Circle">
              <a:extLst>
                <a:ext uri="{FF2B5EF4-FFF2-40B4-BE49-F238E27FC236}">
                  <a16:creationId xmlns:a16="http://schemas.microsoft.com/office/drawing/2014/main" id="{521D8C18-FE91-FCD9-A33C-6D74C00731C3}"/>
                </a:ext>
              </a:extLst>
            </p:cNvPr>
            <p:cNvSpPr/>
            <p:nvPr/>
          </p:nvSpPr>
          <p:spPr>
            <a:xfrm>
              <a:off x="152962" y="372558"/>
              <a:ext cx="289892" cy="289892"/>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b="1" dirty="0">
                  <a:solidFill>
                    <a:schemeClr val="bg1"/>
                  </a:solidFill>
                  <a:cs typeface="Arial"/>
                </a:rPr>
                <a:t>1</a:t>
              </a:r>
              <a:endParaRPr kumimoji="0" lang="en-US" b="1" i="0" u="none" strike="noStrike" kern="1200" cap="none" spc="0" normalizeH="0" baseline="0" noProof="0" dirty="0">
                <a:ln>
                  <a:noFill/>
                </a:ln>
                <a:solidFill>
                  <a:schemeClr val="bg1"/>
                </a:solidFill>
                <a:effectLst/>
                <a:uLnTx/>
                <a:uFillTx/>
                <a:cs typeface="Arial"/>
              </a:endParaRPr>
            </a:p>
          </p:txBody>
        </p:sp>
      </p:grpSp>
      <p:sp>
        <p:nvSpPr>
          <p:cNvPr id="59" name="Stamp [SS]" hidden="1">
            <a:extLst>
              <a:ext uri="{FF2B5EF4-FFF2-40B4-BE49-F238E27FC236}">
                <a16:creationId xmlns:a16="http://schemas.microsoft.com/office/drawing/2014/main" id="{9EEE74B9-4FF4-C5D3-8B52-96CBCF9CFC92}"/>
              </a:ext>
            </a:extLst>
          </p:cNvPr>
          <p:cNvSpPr txBox="1"/>
          <p:nvPr userDrawn="1"/>
        </p:nvSpPr>
        <p:spPr bwMode="gray">
          <a:xfrm>
            <a:off x="3352800" y="17913"/>
            <a:ext cx="5486400" cy="195923"/>
          </a:xfrm>
          <a:prstGeom prst="rect">
            <a:avLst/>
          </a:prstGeom>
          <a:noFill/>
          <a:ln w="19050">
            <a:noFill/>
            <a:miter lim="800000"/>
          </a:ln>
          <a:effectLst/>
        </p:spPr>
        <p:txBody>
          <a:bodyPr wrap="square" lIns="0" tIns="0" rIns="0" bIns="0" rtlCol="0" anchor="ctr" anchorCtr="0">
            <a:noAutofit/>
          </a:bodyPr>
          <a:lstStyle/>
          <a:p>
            <a:pPr marL="0" indent="0" algn="ctr" defTabSz="849313" eaLnBrk="0" hangingPunct="0">
              <a:buClr>
                <a:schemeClr val="accent3"/>
              </a:buClr>
              <a:buFont typeface="Arial" panose="020B0604020202020204" pitchFamily="34" charset="0"/>
              <a:buNone/>
            </a:pPr>
            <a:r>
              <a:rPr lang="en-US" sz="1600" b="1" cap="all" baseline="0" dirty="0">
                <a:solidFill>
                  <a:srgbClr val="C00000"/>
                </a:solidFill>
                <a:latin typeface="+mn-lt"/>
              </a:rPr>
              <a:t>[stamp]</a:t>
            </a:r>
          </a:p>
        </p:txBody>
      </p:sp>
      <p:sp>
        <p:nvSpPr>
          <p:cNvPr id="73" name="Stat Callout [SS]" hidden="1">
            <a:extLst>
              <a:ext uri="{FF2B5EF4-FFF2-40B4-BE49-F238E27FC236}">
                <a16:creationId xmlns:a16="http://schemas.microsoft.com/office/drawing/2014/main" id="{02E1F82A-FA57-041A-5FD7-F528FAD100C1}"/>
              </a:ext>
            </a:extLst>
          </p:cNvPr>
          <p:cNvSpPr txBox="1">
            <a:spLocks/>
          </p:cNvSpPr>
          <p:nvPr userDrawn="1"/>
        </p:nvSpPr>
        <p:spPr>
          <a:xfrm>
            <a:off x="592661" y="1958981"/>
            <a:ext cx="1920472" cy="594123"/>
          </a:xfrm>
          <a:prstGeom prst="rect">
            <a:avLst/>
          </a:prstGeom>
        </p:spPr>
        <p:txBody>
          <a:bodyPr lIns="0" tIns="0" rIns="0" bIns="0"/>
          <a:lstStyle>
            <a:lvl1pPr marL="137160" indent="-137160" algn="l" defTabSz="914400" rtl="0" eaLnBrk="1" latinLnBrk="0" hangingPunct="1">
              <a:lnSpc>
                <a:spcPct val="100000"/>
              </a:lnSpc>
              <a:spcBef>
                <a:spcPts val="300"/>
              </a:spcBef>
              <a:spcAft>
                <a:spcPts val="600"/>
              </a:spcAft>
              <a:buClr>
                <a:schemeClr val="bg2"/>
              </a:buClr>
              <a:buFont typeface="Arial" panose="020B0604020202020204" pitchFamily="34" charset="0"/>
              <a:buChar char="•"/>
              <a:defRPr sz="1050" kern="1200" spc="0" baseline="0">
                <a:solidFill>
                  <a:schemeClr val="tx1"/>
                </a:solidFill>
                <a:latin typeface="+mn-lt"/>
                <a:ea typeface="+mn-ea"/>
                <a:cs typeface="+mn-cs"/>
              </a:defRPr>
            </a:lvl1pPr>
            <a:lvl2pPr marL="320040" indent="-137160" algn="l" defTabSz="914400" rtl="0" eaLnBrk="1" latinLnBrk="0" hangingPunct="1">
              <a:lnSpc>
                <a:spcPct val="100000"/>
              </a:lnSpc>
              <a:spcBef>
                <a:spcPts val="300"/>
              </a:spcBef>
              <a:spcAft>
                <a:spcPts val="600"/>
              </a:spcAft>
              <a:buClr>
                <a:schemeClr val="bg2"/>
              </a:buClr>
              <a:buFont typeface="Segoe UI" panose="020B0502040204020203" pitchFamily="34" charset="0"/>
              <a:buChar char="‒"/>
              <a:defRPr sz="1050" kern="1200" spc="0" baseline="0">
                <a:solidFill>
                  <a:schemeClr val="tx1"/>
                </a:solidFill>
                <a:latin typeface="+mn-lt"/>
                <a:ea typeface="+mn-ea"/>
                <a:cs typeface="+mn-cs"/>
              </a:defRPr>
            </a:lvl2pPr>
            <a:lvl3pPr marL="502920" indent="-137160" algn="l" defTabSz="914400" rtl="0" eaLnBrk="1" latinLnBrk="0" hangingPunct="1">
              <a:lnSpc>
                <a:spcPct val="100000"/>
              </a:lnSpc>
              <a:spcBef>
                <a:spcPts val="300"/>
              </a:spcBef>
              <a:spcAft>
                <a:spcPts val="600"/>
              </a:spcAft>
              <a:buClr>
                <a:schemeClr val="bg2"/>
              </a:buClr>
              <a:buFont typeface="Arial" panose="020B0604020202020204" pitchFamily="34" charset="0"/>
              <a:buChar char="•"/>
              <a:defRPr sz="1050" kern="1200" spc="0" baseline="0">
                <a:solidFill>
                  <a:schemeClr val="tx1"/>
                </a:solidFill>
                <a:latin typeface="+mn-lt"/>
                <a:ea typeface="+mn-ea"/>
                <a:cs typeface="+mn-cs"/>
              </a:defRPr>
            </a:lvl3pPr>
            <a:lvl4pPr marL="685800" indent="-137160" algn="l" defTabSz="914400" rtl="0" eaLnBrk="1" latinLnBrk="0" hangingPunct="1">
              <a:lnSpc>
                <a:spcPct val="100000"/>
              </a:lnSpc>
              <a:spcBef>
                <a:spcPts val="300"/>
              </a:spcBef>
              <a:spcAft>
                <a:spcPts val="600"/>
              </a:spcAft>
              <a:buClr>
                <a:schemeClr val="bg2"/>
              </a:buClr>
              <a:buFont typeface="Arial" panose="020B0604020202020204" pitchFamily="34" charset="0"/>
              <a:buChar char="•"/>
              <a:defRPr sz="1050" kern="1200" spc="0" baseline="0">
                <a:solidFill>
                  <a:schemeClr val="tx1"/>
                </a:solidFill>
                <a:latin typeface="+mn-lt"/>
                <a:ea typeface="+mn-ea"/>
                <a:cs typeface="+mn-cs"/>
              </a:defRPr>
            </a:lvl4pPr>
            <a:lvl5pPr marL="868680" indent="-137160" algn="l" defTabSz="914400" rtl="0" eaLnBrk="1" latinLnBrk="0" hangingPunct="1">
              <a:lnSpc>
                <a:spcPct val="100000"/>
              </a:lnSpc>
              <a:spcBef>
                <a:spcPts val="300"/>
              </a:spcBef>
              <a:spcAft>
                <a:spcPts val="600"/>
              </a:spcAft>
              <a:buClr>
                <a:schemeClr val="bg2"/>
              </a:buClr>
              <a:buFont typeface="Arial" panose="020B0604020202020204" pitchFamily="34" charset="0"/>
              <a:buChar char="•"/>
              <a:defRPr sz="1050" kern="1200" spc="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3600" dirty="0">
                <a:solidFill>
                  <a:schemeClr val="tx2"/>
                </a:solidFill>
                <a:latin typeface="Impact" panose="020B0806030902050204" pitchFamily="34" charset="0"/>
              </a:rPr>
              <a:t>[X]</a:t>
            </a:r>
          </a:p>
        </p:txBody>
      </p:sp>
      <p:sp>
        <p:nvSpPr>
          <p:cNvPr id="74" name="Stat Callout [STY]" hidden="1">
            <a:extLst>
              <a:ext uri="{FF2B5EF4-FFF2-40B4-BE49-F238E27FC236}">
                <a16:creationId xmlns:a16="http://schemas.microsoft.com/office/drawing/2014/main" id="{18416E68-1B59-C9D4-FE79-9A6912E956E6}"/>
              </a:ext>
            </a:extLst>
          </p:cNvPr>
          <p:cNvSpPr txBox="1">
            <a:spLocks/>
          </p:cNvSpPr>
          <p:nvPr userDrawn="1"/>
        </p:nvSpPr>
        <p:spPr>
          <a:xfrm>
            <a:off x="592661" y="1958981"/>
            <a:ext cx="1920472" cy="594123"/>
          </a:xfrm>
          <a:prstGeom prst="rect">
            <a:avLst/>
          </a:prstGeom>
        </p:spPr>
        <p:txBody>
          <a:bodyPr lIns="0" tIns="0" rIns="0" bIns="0"/>
          <a:lstStyle>
            <a:lvl1pPr marL="137160" indent="-137160" algn="l" defTabSz="914400" rtl="0" eaLnBrk="1" latinLnBrk="0" hangingPunct="1">
              <a:lnSpc>
                <a:spcPct val="100000"/>
              </a:lnSpc>
              <a:spcBef>
                <a:spcPts val="300"/>
              </a:spcBef>
              <a:spcAft>
                <a:spcPts val="600"/>
              </a:spcAft>
              <a:buClr>
                <a:schemeClr val="bg2"/>
              </a:buClr>
              <a:buFont typeface="Arial" panose="020B0604020202020204" pitchFamily="34" charset="0"/>
              <a:buChar char="•"/>
              <a:defRPr sz="1050" kern="1200" spc="0" baseline="0">
                <a:solidFill>
                  <a:schemeClr val="tx1"/>
                </a:solidFill>
                <a:latin typeface="+mn-lt"/>
                <a:ea typeface="+mn-ea"/>
                <a:cs typeface="+mn-cs"/>
              </a:defRPr>
            </a:lvl1pPr>
            <a:lvl2pPr marL="320040" indent="-137160" algn="l" defTabSz="914400" rtl="0" eaLnBrk="1" latinLnBrk="0" hangingPunct="1">
              <a:lnSpc>
                <a:spcPct val="100000"/>
              </a:lnSpc>
              <a:spcBef>
                <a:spcPts val="300"/>
              </a:spcBef>
              <a:spcAft>
                <a:spcPts val="600"/>
              </a:spcAft>
              <a:buClr>
                <a:schemeClr val="bg2"/>
              </a:buClr>
              <a:buFont typeface="Segoe UI" panose="020B0502040204020203" pitchFamily="34" charset="0"/>
              <a:buChar char="‒"/>
              <a:defRPr sz="1050" kern="1200" spc="0" baseline="0">
                <a:solidFill>
                  <a:schemeClr val="tx1"/>
                </a:solidFill>
                <a:latin typeface="+mn-lt"/>
                <a:ea typeface="+mn-ea"/>
                <a:cs typeface="+mn-cs"/>
              </a:defRPr>
            </a:lvl2pPr>
            <a:lvl3pPr marL="502920" indent="-137160" algn="l" defTabSz="914400" rtl="0" eaLnBrk="1" latinLnBrk="0" hangingPunct="1">
              <a:lnSpc>
                <a:spcPct val="100000"/>
              </a:lnSpc>
              <a:spcBef>
                <a:spcPts val="300"/>
              </a:spcBef>
              <a:spcAft>
                <a:spcPts val="600"/>
              </a:spcAft>
              <a:buClr>
                <a:schemeClr val="bg2"/>
              </a:buClr>
              <a:buFont typeface="Arial" panose="020B0604020202020204" pitchFamily="34" charset="0"/>
              <a:buChar char="•"/>
              <a:defRPr sz="1050" kern="1200" spc="0" baseline="0">
                <a:solidFill>
                  <a:schemeClr val="tx1"/>
                </a:solidFill>
                <a:latin typeface="+mn-lt"/>
                <a:ea typeface="+mn-ea"/>
                <a:cs typeface="+mn-cs"/>
              </a:defRPr>
            </a:lvl3pPr>
            <a:lvl4pPr marL="685800" indent="-137160" algn="l" defTabSz="914400" rtl="0" eaLnBrk="1" latinLnBrk="0" hangingPunct="1">
              <a:lnSpc>
                <a:spcPct val="100000"/>
              </a:lnSpc>
              <a:spcBef>
                <a:spcPts val="300"/>
              </a:spcBef>
              <a:spcAft>
                <a:spcPts val="600"/>
              </a:spcAft>
              <a:buClr>
                <a:schemeClr val="bg2"/>
              </a:buClr>
              <a:buFont typeface="Arial" panose="020B0604020202020204" pitchFamily="34" charset="0"/>
              <a:buChar char="•"/>
              <a:defRPr sz="1050" kern="1200" spc="0" baseline="0">
                <a:solidFill>
                  <a:schemeClr val="tx1"/>
                </a:solidFill>
                <a:latin typeface="+mn-lt"/>
                <a:ea typeface="+mn-ea"/>
                <a:cs typeface="+mn-cs"/>
              </a:defRPr>
            </a:lvl4pPr>
            <a:lvl5pPr marL="868680" indent="-137160" algn="l" defTabSz="914400" rtl="0" eaLnBrk="1" latinLnBrk="0" hangingPunct="1">
              <a:lnSpc>
                <a:spcPct val="100000"/>
              </a:lnSpc>
              <a:spcBef>
                <a:spcPts val="300"/>
              </a:spcBef>
              <a:spcAft>
                <a:spcPts val="600"/>
              </a:spcAft>
              <a:buClr>
                <a:schemeClr val="bg2"/>
              </a:buClr>
              <a:buFont typeface="Arial" panose="020B0604020202020204" pitchFamily="34" charset="0"/>
              <a:buChar char="•"/>
              <a:defRPr sz="1050" kern="1200" spc="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3600" dirty="0">
                <a:solidFill>
                  <a:schemeClr val="tx2"/>
                </a:solidFill>
                <a:latin typeface="Impact" panose="020B0806030902050204" pitchFamily="34" charset="0"/>
              </a:rPr>
              <a:t>[X]</a:t>
            </a:r>
          </a:p>
        </p:txBody>
      </p:sp>
      <p:sp>
        <p:nvSpPr>
          <p:cNvPr id="60" name="Sticky note [SS]" hidden="1">
            <a:extLst>
              <a:ext uri="{FF2B5EF4-FFF2-40B4-BE49-F238E27FC236}">
                <a16:creationId xmlns:a16="http://schemas.microsoft.com/office/drawing/2014/main" id="{DC387358-D57C-AAD6-EE9A-799CF194D58F}"/>
              </a:ext>
            </a:extLst>
          </p:cNvPr>
          <p:cNvSpPr/>
          <p:nvPr userDrawn="1"/>
        </p:nvSpPr>
        <p:spPr>
          <a:xfrm>
            <a:off x="9523518" y="6462"/>
            <a:ext cx="2181225" cy="1288937"/>
          </a:xfrm>
          <a:prstGeom prst="rect">
            <a:avLst/>
          </a:prstGeom>
          <a:solidFill>
            <a:srgbClr val="FFFF9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r>
              <a:rPr lang="en-US" sz="1050" dirty="0">
                <a:solidFill>
                  <a:schemeClr val="tx1"/>
                </a:solidFill>
              </a:rPr>
              <a:t>Sticky note</a:t>
            </a:r>
          </a:p>
        </p:txBody>
      </p:sp>
      <p:sp>
        <p:nvSpPr>
          <p:cNvPr id="50" name="Sub header [SS]" hidden="1">
            <a:extLst>
              <a:ext uri="{FF2B5EF4-FFF2-40B4-BE49-F238E27FC236}">
                <a16:creationId xmlns:a16="http://schemas.microsoft.com/office/drawing/2014/main" id="{C107E482-D183-5438-2BCA-88C2BAD026E5}"/>
              </a:ext>
            </a:extLst>
          </p:cNvPr>
          <p:cNvSpPr txBox="1"/>
          <p:nvPr userDrawn="1"/>
        </p:nvSpPr>
        <p:spPr bwMode="gray">
          <a:xfrm>
            <a:off x="533400" y="853003"/>
            <a:ext cx="11125200" cy="363537"/>
          </a:xfrm>
          <a:prstGeom prst="rect">
            <a:avLst/>
          </a:prstGeom>
        </p:spPr>
        <p:txBody>
          <a:bodyPr vert="horz" lIns="0" tIns="0" rIns="0" bIns="0" rtlCol="0">
            <a:noAutofit/>
          </a:bodyPr>
          <a:lstStyle>
            <a:lvl1pPr lvl="0" indent="0">
              <a:lnSpc>
                <a:spcPct val="100000"/>
              </a:lnSpc>
              <a:spcBef>
                <a:spcPts val="0"/>
              </a:spcBef>
              <a:spcAft>
                <a:spcPts val="600"/>
              </a:spcAft>
              <a:buClr>
                <a:schemeClr val="bg2"/>
              </a:buClr>
              <a:buFont typeface="Arial" panose="020B0604020202020204" pitchFamily="34" charset="0"/>
              <a:buNone/>
              <a:defRPr sz="1400" spc="0" baseline="0">
                <a:solidFill>
                  <a:schemeClr val="bg2"/>
                </a:solidFill>
              </a:defRPr>
            </a:lvl1pPr>
            <a:lvl2pPr marL="182880" indent="0">
              <a:lnSpc>
                <a:spcPct val="100000"/>
              </a:lnSpc>
              <a:spcBef>
                <a:spcPts val="300"/>
              </a:spcBef>
              <a:spcAft>
                <a:spcPts val="600"/>
              </a:spcAft>
              <a:buClr>
                <a:schemeClr val="bg2"/>
              </a:buClr>
              <a:buFont typeface="Segoe UI" panose="020B0502040204020203" pitchFamily="34" charset="0"/>
              <a:buNone/>
              <a:defRPr sz="1400" spc="0" baseline="0"/>
            </a:lvl2pPr>
            <a:lvl3pPr marL="365760" indent="0">
              <a:lnSpc>
                <a:spcPct val="100000"/>
              </a:lnSpc>
              <a:spcBef>
                <a:spcPts val="300"/>
              </a:spcBef>
              <a:spcAft>
                <a:spcPts val="600"/>
              </a:spcAft>
              <a:buClr>
                <a:schemeClr val="bg2"/>
              </a:buClr>
              <a:buFont typeface="Arial" panose="020B0604020202020204" pitchFamily="34" charset="0"/>
              <a:buNone/>
              <a:defRPr sz="1400" spc="0" baseline="0"/>
            </a:lvl3pPr>
            <a:lvl4pPr marL="548640" indent="0">
              <a:lnSpc>
                <a:spcPct val="100000"/>
              </a:lnSpc>
              <a:spcBef>
                <a:spcPts val="300"/>
              </a:spcBef>
              <a:spcAft>
                <a:spcPts val="600"/>
              </a:spcAft>
              <a:buClr>
                <a:schemeClr val="bg2"/>
              </a:buClr>
              <a:buFont typeface="Arial" panose="020B0604020202020204" pitchFamily="34" charset="0"/>
              <a:buNone/>
              <a:defRPr sz="1400" spc="0" baseline="0"/>
            </a:lvl4pPr>
            <a:lvl5pPr marL="731520" indent="0">
              <a:lnSpc>
                <a:spcPct val="100000"/>
              </a:lnSpc>
              <a:spcBef>
                <a:spcPts val="300"/>
              </a:spcBef>
              <a:spcAft>
                <a:spcPts val="600"/>
              </a:spcAft>
              <a:buClr>
                <a:schemeClr val="bg2"/>
              </a:buClr>
              <a:buFont typeface="Arial" panose="020B0604020202020204" pitchFamily="34" charset="0"/>
              <a:buNone/>
              <a:defRPr sz="1400" spc="0" baseline="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lang="en-US" dirty="0"/>
              <a:t>Sub header</a:t>
            </a:r>
          </a:p>
        </p:txBody>
      </p:sp>
      <p:sp>
        <p:nvSpPr>
          <p:cNvPr id="51" name="Sub header [STY]" hidden="1">
            <a:extLst>
              <a:ext uri="{FF2B5EF4-FFF2-40B4-BE49-F238E27FC236}">
                <a16:creationId xmlns:a16="http://schemas.microsoft.com/office/drawing/2014/main" id="{895142BA-A996-5019-9679-6EBFFED0362C}"/>
              </a:ext>
            </a:extLst>
          </p:cNvPr>
          <p:cNvSpPr txBox="1"/>
          <p:nvPr userDrawn="1"/>
        </p:nvSpPr>
        <p:spPr bwMode="gray">
          <a:xfrm>
            <a:off x="533400" y="853003"/>
            <a:ext cx="11125200" cy="363537"/>
          </a:xfrm>
          <a:prstGeom prst="rect">
            <a:avLst/>
          </a:prstGeom>
        </p:spPr>
        <p:txBody>
          <a:bodyPr vert="horz" lIns="0" tIns="0" rIns="0" bIns="0" rtlCol="0">
            <a:noAutofit/>
          </a:bodyPr>
          <a:lstStyle>
            <a:lvl1pPr lvl="0" indent="0">
              <a:lnSpc>
                <a:spcPct val="100000"/>
              </a:lnSpc>
              <a:spcBef>
                <a:spcPts val="0"/>
              </a:spcBef>
              <a:spcAft>
                <a:spcPts val="600"/>
              </a:spcAft>
              <a:buClr>
                <a:schemeClr val="bg2"/>
              </a:buClr>
              <a:buFont typeface="Arial" panose="020B0604020202020204" pitchFamily="34" charset="0"/>
              <a:buNone/>
              <a:defRPr sz="1400" spc="0" baseline="0">
                <a:solidFill>
                  <a:schemeClr val="bg2"/>
                </a:solidFill>
              </a:defRPr>
            </a:lvl1pPr>
            <a:lvl2pPr marL="182880" indent="0">
              <a:lnSpc>
                <a:spcPct val="100000"/>
              </a:lnSpc>
              <a:spcBef>
                <a:spcPts val="300"/>
              </a:spcBef>
              <a:spcAft>
                <a:spcPts val="600"/>
              </a:spcAft>
              <a:buClr>
                <a:schemeClr val="bg2"/>
              </a:buClr>
              <a:buFont typeface="Segoe UI" panose="020B0502040204020203" pitchFamily="34" charset="0"/>
              <a:buNone/>
              <a:defRPr sz="1400" spc="0" baseline="0"/>
            </a:lvl2pPr>
            <a:lvl3pPr marL="365760" indent="0">
              <a:lnSpc>
                <a:spcPct val="100000"/>
              </a:lnSpc>
              <a:spcBef>
                <a:spcPts val="300"/>
              </a:spcBef>
              <a:spcAft>
                <a:spcPts val="600"/>
              </a:spcAft>
              <a:buClr>
                <a:schemeClr val="bg2"/>
              </a:buClr>
              <a:buFont typeface="Arial" panose="020B0604020202020204" pitchFamily="34" charset="0"/>
              <a:buNone/>
              <a:defRPr sz="1400" spc="0" baseline="0"/>
            </a:lvl3pPr>
            <a:lvl4pPr marL="548640" indent="0">
              <a:lnSpc>
                <a:spcPct val="100000"/>
              </a:lnSpc>
              <a:spcBef>
                <a:spcPts val="300"/>
              </a:spcBef>
              <a:spcAft>
                <a:spcPts val="600"/>
              </a:spcAft>
              <a:buClr>
                <a:schemeClr val="bg2"/>
              </a:buClr>
              <a:buFont typeface="Arial" panose="020B0604020202020204" pitchFamily="34" charset="0"/>
              <a:buNone/>
              <a:defRPr sz="1400" spc="0" baseline="0"/>
            </a:lvl4pPr>
            <a:lvl5pPr marL="731520" indent="0">
              <a:lnSpc>
                <a:spcPct val="100000"/>
              </a:lnSpc>
              <a:spcBef>
                <a:spcPts val="300"/>
              </a:spcBef>
              <a:spcAft>
                <a:spcPts val="600"/>
              </a:spcAft>
              <a:buClr>
                <a:schemeClr val="bg2"/>
              </a:buClr>
              <a:buFont typeface="Arial" panose="020B0604020202020204" pitchFamily="34" charset="0"/>
              <a:buNone/>
              <a:defRPr sz="1400" spc="0" baseline="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lang="en-US" dirty="0"/>
              <a:t>Sub header</a:t>
            </a:r>
          </a:p>
        </p:txBody>
      </p:sp>
      <p:sp>
        <p:nvSpPr>
          <p:cNvPr id="64" name="Text Callout [SS]" hidden="1">
            <a:extLst>
              <a:ext uri="{FF2B5EF4-FFF2-40B4-BE49-F238E27FC236}">
                <a16:creationId xmlns:a16="http://schemas.microsoft.com/office/drawing/2014/main" id="{B912882A-87B5-FA11-81AE-32D5E2A33FD0}"/>
              </a:ext>
            </a:extLst>
          </p:cNvPr>
          <p:cNvSpPr txBox="1"/>
          <p:nvPr userDrawn="1"/>
        </p:nvSpPr>
        <p:spPr bwMode="gray">
          <a:xfrm>
            <a:off x="566613" y="2325739"/>
            <a:ext cx="2088050" cy="169277"/>
          </a:xfrm>
          <a:prstGeom prst="rect">
            <a:avLst/>
          </a:prstGeom>
          <a:noFill/>
          <a:ln w="19050">
            <a:noFill/>
            <a:miter lim="800000"/>
          </a:ln>
          <a:effectLst/>
        </p:spPr>
        <p:txBody>
          <a:bodyPr wrap="square" lIns="0" tIns="0" rIns="0" bIns="0" rtlCol="0" anchor="t" anchorCtr="0">
            <a:spAutoFit/>
          </a:bodyPr>
          <a:lstStyle/>
          <a:p>
            <a:pPr defTabSz="849313" eaLnBrk="0" hangingPunct="0">
              <a:buClr>
                <a:schemeClr val="accent3"/>
              </a:buClr>
            </a:pPr>
            <a:r>
              <a:rPr lang="en-US" sz="1100" b="1" dirty="0">
                <a:latin typeface="+mn-lt"/>
              </a:rPr>
              <a:t>Text Callout</a:t>
            </a:r>
          </a:p>
        </p:txBody>
      </p:sp>
      <p:sp>
        <p:nvSpPr>
          <p:cNvPr id="69" name="Text Callout [STY]" hidden="1">
            <a:extLst>
              <a:ext uri="{FF2B5EF4-FFF2-40B4-BE49-F238E27FC236}">
                <a16:creationId xmlns:a16="http://schemas.microsoft.com/office/drawing/2014/main" id="{8A71398C-8BF6-E4F9-01C3-8386C5D19EB6}"/>
              </a:ext>
            </a:extLst>
          </p:cNvPr>
          <p:cNvSpPr txBox="1"/>
          <p:nvPr userDrawn="1"/>
        </p:nvSpPr>
        <p:spPr bwMode="gray">
          <a:xfrm>
            <a:off x="566613" y="2325739"/>
            <a:ext cx="2088050" cy="169277"/>
          </a:xfrm>
          <a:prstGeom prst="rect">
            <a:avLst/>
          </a:prstGeom>
          <a:noFill/>
          <a:ln w="19050">
            <a:noFill/>
            <a:miter lim="800000"/>
          </a:ln>
          <a:effectLst/>
        </p:spPr>
        <p:txBody>
          <a:bodyPr wrap="square" lIns="0" tIns="0" rIns="0" bIns="0" rtlCol="0" anchor="t" anchorCtr="0">
            <a:spAutoFit/>
          </a:bodyPr>
          <a:lstStyle/>
          <a:p>
            <a:pPr defTabSz="849313" eaLnBrk="0" hangingPunct="0">
              <a:buClr>
                <a:schemeClr val="accent3"/>
              </a:buClr>
            </a:pPr>
            <a:r>
              <a:rPr lang="en-US" sz="1100" b="1" dirty="0">
                <a:latin typeface="+mn-lt"/>
              </a:rPr>
              <a:t>Text Callout</a:t>
            </a:r>
          </a:p>
        </p:txBody>
      </p:sp>
      <p:cxnSp>
        <p:nvCxnSpPr>
          <p:cNvPr id="42" name="Vertical Divider Line (1.5 pt) [STY]" hidden="1">
            <a:extLst>
              <a:ext uri="{FF2B5EF4-FFF2-40B4-BE49-F238E27FC236}">
                <a16:creationId xmlns:a16="http://schemas.microsoft.com/office/drawing/2014/main" id="{6D56A977-FEF8-772C-E505-D0C13B943C19}"/>
              </a:ext>
            </a:extLst>
          </p:cNvPr>
          <p:cNvCxnSpPr/>
          <p:nvPr userDrawn="1"/>
        </p:nvCxnSpPr>
        <p:spPr>
          <a:xfrm>
            <a:off x="1033914" y="2297151"/>
            <a:ext cx="0" cy="1048215"/>
          </a:xfrm>
          <a:prstGeom prst="line">
            <a:avLst/>
          </a:prstGeom>
        </p:spPr>
        <p:style>
          <a:lnRef idx="2">
            <a:schemeClr val="accent1"/>
          </a:lnRef>
          <a:fillRef idx="0">
            <a:schemeClr val="accent1"/>
          </a:fillRef>
          <a:effectRef idx="1">
            <a:schemeClr val="accent1"/>
          </a:effectRef>
          <a:fontRef idx="minor">
            <a:schemeClr val="tx1"/>
          </a:fontRef>
        </p:style>
      </p:cxnSp>
      <p:cxnSp>
        <p:nvCxnSpPr>
          <p:cNvPr id="75" name="Vertical Divider Line (1.5 pt) [SS]" hidden="1">
            <a:extLst>
              <a:ext uri="{FF2B5EF4-FFF2-40B4-BE49-F238E27FC236}">
                <a16:creationId xmlns:a16="http://schemas.microsoft.com/office/drawing/2014/main" id="{7B13E3BD-C443-B1E2-36A4-9DCA83D49070}"/>
              </a:ext>
            </a:extLst>
          </p:cNvPr>
          <p:cNvCxnSpPr/>
          <p:nvPr userDrawn="1"/>
        </p:nvCxnSpPr>
        <p:spPr>
          <a:xfrm>
            <a:off x="1186314" y="2449551"/>
            <a:ext cx="0" cy="1048215"/>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47987701"/>
      </p:ext>
    </p:extLst>
  </p:cSld>
  <p:clrMap bg1="lt1" tx1="dk1" bg2="lt2" tx2="dk2" accent1="accent1" accent2="accent2" accent3="accent3" accent4="accent4" accent5="accent5" accent6="accent6" hlink="hlink" folHlink="folHlink"/>
  <p:sldLayoutIdLst>
    <p:sldLayoutId id="2147483758" r:id="rId1"/>
    <p:sldLayoutId id="2147483757" r:id="rId2"/>
    <p:sldLayoutId id="2147483710" r:id="rId3"/>
    <p:sldLayoutId id="2147483713" r:id="rId4"/>
    <p:sldLayoutId id="2147483760" r:id="rId5"/>
    <p:sldLayoutId id="2147483717" r:id="rId6"/>
    <p:sldLayoutId id="2147483746" r:id="rId7"/>
    <p:sldLayoutId id="2147483741" r:id="rId8"/>
    <p:sldLayoutId id="2147483740" r:id="rId9"/>
  </p:sldLayoutIdLst>
  <p:hf hdr="0" ftr="0" dt="0"/>
  <p:txStyles>
    <p:titleStyle>
      <a:lvl1pPr algn="l" defTabSz="914400" rtl="0" eaLnBrk="1" latinLnBrk="0" hangingPunct="1">
        <a:lnSpc>
          <a:spcPct val="90000"/>
        </a:lnSpc>
        <a:spcBef>
          <a:spcPct val="0"/>
        </a:spcBef>
        <a:buNone/>
        <a:defRPr sz="2000" b="0" i="0" kern="1200">
          <a:solidFill>
            <a:schemeClr val="tx2"/>
          </a:solidFill>
          <a:latin typeface="+mj-lt"/>
          <a:ea typeface="+mj-ea"/>
          <a:cs typeface="Segoe UI Semibold" panose="020B0502040204020203" pitchFamily="34" charset="0"/>
        </a:defRPr>
      </a:lvl1pPr>
    </p:titleStyle>
    <p:bodyStyle>
      <a:lvl1pPr marL="137160" indent="-137160" algn="l" defTabSz="914400" rtl="0" eaLnBrk="1" latinLnBrk="0" hangingPunct="1">
        <a:lnSpc>
          <a:spcPct val="100000"/>
        </a:lnSpc>
        <a:spcBef>
          <a:spcPts val="300"/>
        </a:spcBef>
        <a:spcAft>
          <a:spcPts val="600"/>
        </a:spcAft>
        <a:buClr>
          <a:schemeClr val="bg2"/>
        </a:buClr>
        <a:buFont typeface="Arial" panose="020B0604020202020204" pitchFamily="34" charset="0"/>
        <a:buChar char="•"/>
        <a:defRPr sz="1200" kern="1200" spc="0" baseline="0">
          <a:solidFill>
            <a:schemeClr val="tx1"/>
          </a:solidFill>
          <a:latin typeface="+mn-lt"/>
          <a:ea typeface="+mn-ea"/>
          <a:cs typeface="+mn-cs"/>
        </a:defRPr>
      </a:lvl1pPr>
      <a:lvl2pPr marL="320040" indent="-137160" algn="l" defTabSz="914400" rtl="0" eaLnBrk="1" latinLnBrk="0" hangingPunct="1">
        <a:lnSpc>
          <a:spcPct val="100000"/>
        </a:lnSpc>
        <a:spcBef>
          <a:spcPts val="300"/>
        </a:spcBef>
        <a:spcAft>
          <a:spcPts val="600"/>
        </a:spcAft>
        <a:buClr>
          <a:schemeClr val="bg2"/>
        </a:buClr>
        <a:buFont typeface="Segoe UI" panose="020B0502040204020203" pitchFamily="34" charset="0"/>
        <a:buChar char="‒"/>
        <a:defRPr sz="1200" kern="1200" spc="0" baseline="0">
          <a:solidFill>
            <a:schemeClr val="tx1"/>
          </a:solidFill>
          <a:latin typeface="+mn-lt"/>
          <a:ea typeface="+mn-ea"/>
          <a:cs typeface="+mn-cs"/>
        </a:defRPr>
      </a:lvl2pPr>
      <a:lvl3pPr marL="502920" indent="-137160" algn="l" defTabSz="914400" rtl="0" eaLnBrk="1" latinLnBrk="0" hangingPunct="1">
        <a:lnSpc>
          <a:spcPct val="100000"/>
        </a:lnSpc>
        <a:spcBef>
          <a:spcPts val="300"/>
        </a:spcBef>
        <a:spcAft>
          <a:spcPts val="600"/>
        </a:spcAft>
        <a:buClr>
          <a:schemeClr val="bg2"/>
        </a:buClr>
        <a:buFont typeface="Wingdings" panose="05000000000000000000" pitchFamily="2" charset="2"/>
        <a:buChar char="§"/>
        <a:defRPr sz="1200" kern="1200" spc="0" baseline="0">
          <a:solidFill>
            <a:schemeClr val="tx1"/>
          </a:solidFill>
          <a:latin typeface="+mn-lt"/>
          <a:ea typeface="+mn-ea"/>
          <a:cs typeface="+mn-cs"/>
        </a:defRPr>
      </a:lvl3pPr>
      <a:lvl4pPr marL="685800" indent="-137160" algn="l" defTabSz="914400" rtl="0" eaLnBrk="1" latinLnBrk="0" hangingPunct="1">
        <a:lnSpc>
          <a:spcPct val="100000"/>
        </a:lnSpc>
        <a:spcBef>
          <a:spcPts val="300"/>
        </a:spcBef>
        <a:spcAft>
          <a:spcPts val="600"/>
        </a:spcAft>
        <a:buClr>
          <a:schemeClr val="bg2"/>
        </a:buClr>
        <a:buFont typeface="Arial" panose="020B0604020202020204" pitchFamily="34" charset="0"/>
        <a:buChar char="•"/>
        <a:defRPr sz="1200" kern="1200" spc="0" baseline="0">
          <a:solidFill>
            <a:schemeClr val="tx1"/>
          </a:solidFill>
          <a:latin typeface="+mn-lt"/>
          <a:ea typeface="+mn-ea"/>
          <a:cs typeface="+mn-cs"/>
        </a:defRPr>
      </a:lvl4pPr>
      <a:lvl5pPr marL="868680" indent="-137160" algn="l" defTabSz="914400" rtl="0" eaLnBrk="1" latinLnBrk="0" hangingPunct="1">
        <a:lnSpc>
          <a:spcPct val="100000"/>
        </a:lnSpc>
        <a:spcBef>
          <a:spcPts val="300"/>
        </a:spcBef>
        <a:spcAft>
          <a:spcPts val="600"/>
        </a:spcAft>
        <a:buClr>
          <a:schemeClr val="bg2"/>
        </a:buClr>
        <a:buFont typeface="Arial" panose="020B0604020202020204" pitchFamily="34" charset="0"/>
        <a:buChar char="•"/>
        <a:defRPr sz="1200" kern="1200" spc="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2" pos="336" userDrawn="1">
          <p15:clr>
            <a:srgbClr val="F26B43"/>
          </p15:clr>
        </p15:guide>
        <p15:guide id="3" pos="7344" userDrawn="1">
          <p15:clr>
            <a:srgbClr val="F26B43"/>
          </p15:clr>
        </p15:guide>
        <p15:guide id="4" orient="horz" pos="816" userDrawn="1">
          <p15:clr>
            <a:srgbClr val="F26B43"/>
          </p15:clr>
        </p15:guide>
        <p15:guide id="5" orient="horz" pos="3984" userDrawn="1">
          <p15:clr>
            <a:srgbClr val="F26B43"/>
          </p15:clr>
        </p15:guide>
        <p15:guide id="6" orient="horz" pos="14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0.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2.xml"/><Relationship Id="rId1" Type="http://schemas.openxmlformats.org/officeDocument/2006/relationships/tags" Target="../tags/tag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E66FA44-EC81-4B02-E2E2-8CA8135DA154}"/>
              </a:ext>
            </a:extLst>
          </p:cNvPr>
          <p:cNvSpPr>
            <a:spLocks noGrp="1"/>
          </p:cNvSpPr>
          <p:nvPr>
            <p:ph type="body" sz="quarter" idx="11"/>
          </p:nvPr>
        </p:nvSpPr>
        <p:spPr/>
        <p:txBody>
          <a:bodyPr/>
          <a:lstStyle/>
          <a:p>
            <a:endParaRPr lang="en-US" sz="3600" dirty="0"/>
          </a:p>
        </p:txBody>
      </p:sp>
      <p:sp>
        <p:nvSpPr>
          <p:cNvPr id="5" name="Text Placeholder 4">
            <a:extLst>
              <a:ext uri="{FF2B5EF4-FFF2-40B4-BE49-F238E27FC236}">
                <a16:creationId xmlns:a16="http://schemas.microsoft.com/office/drawing/2014/main" id="{F28BA8C4-35B2-8E69-40D9-77A49288E567}"/>
              </a:ext>
            </a:extLst>
          </p:cNvPr>
          <p:cNvSpPr>
            <a:spLocks noGrp="1"/>
          </p:cNvSpPr>
          <p:nvPr>
            <p:ph type="body" sz="quarter" idx="12"/>
          </p:nvPr>
        </p:nvSpPr>
        <p:spPr/>
        <p:txBody>
          <a:bodyPr/>
          <a:lstStyle/>
          <a:p>
            <a:endParaRPr lang="en-US"/>
          </a:p>
        </p:txBody>
      </p:sp>
      <p:sp>
        <p:nvSpPr>
          <p:cNvPr id="7" name="Text Placeholder 6">
            <a:extLst>
              <a:ext uri="{FF2B5EF4-FFF2-40B4-BE49-F238E27FC236}">
                <a16:creationId xmlns:a16="http://schemas.microsoft.com/office/drawing/2014/main" id="{D74869CF-B024-EDA1-2673-182A3307F36A}"/>
              </a:ext>
            </a:extLst>
          </p:cNvPr>
          <p:cNvSpPr>
            <a:spLocks noGrp="1"/>
          </p:cNvSpPr>
          <p:nvPr>
            <p:ph type="body" sz="quarter" idx="13"/>
          </p:nvPr>
        </p:nvSpPr>
        <p:spPr/>
        <p:txBody>
          <a:bodyPr/>
          <a:lstStyle/>
          <a:p>
            <a:endParaRPr lang="en-US"/>
          </a:p>
        </p:txBody>
      </p:sp>
    </p:spTree>
    <p:custDataLst>
      <p:tags r:id="rId1"/>
    </p:custDataLst>
    <p:extLst>
      <p:ext uri="{BB962C8B-B14F-4D97-AF65-F5344CB8AC3E}">
        <p14:creationId xmlns:p14="http://schemas.microsoft.com/office/powerpoint/2010/main" val="34000602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Content Placeholder">
            <a:extLst>
              <a:ext uri="{FF2B5EF4-FFF2-40B4-BE49-F238E27FC236}">
                <a16:creationId xmlns:a16="http://schemas.microsoft.com/office/drawing/2014/main" id="{83E61D33-3A3E-3F83-6EDB-9E136AA88C33}"/>
              </a:ext>
            </a:extLst>
          </p:cNvPr>
          <p:cNvSpPr>
            <a:spLocks noGrp="1"/>
          </p:cNvSpPr>
          <p:nvPr>
            <p:ph sz="quarter" idx="11"/>
          </p:nvPr>
        </p:nvSpPr>
        <p:spPr/>
        <p:txBody>
          <a:bodyPr/>
          <a:lstStyle/>
          <a:p>
            <a:endParaRPr lang="en-US" dirty="0"/>
          </a:p>
        </p:txBody>
      </p:sp>
      <p:sp>
        <p:nvSpPr>
          <p:cNvPr id="84" name="Slide Title">
            <a:extLst>
              <a:ext uri="{FF2B5EF4-FFF2-40B4-BE49-F238E27FC236}">
                <a16:creationId xmlns:a16="http://schemas.microsoft.com/office/drawing/2014/main" id="{75FAB174-2EAB-4C0B-3A3C-0E28A4D285A1}"/>
              </a:ext>
            </a:extLst>
          </p:cNvPr>
          <p:cNvSpPr>
            <a:spLocks noGrp="1"/>
          </p:cNvSpPr>
          <p:nvPr>
            <p:ph type="title"/>
          </p:nvPr>
        </p:nvSpPr>
        <p:spPr/>
        <p:txBody>
          <a:bodyPr/>
          <a:lstStyle/>
          <a:p>
            <a:endParaRPr lang="en-US" dirty="0"/>
          </a:p>
        </p:txBody>
      </p:sp>
      <p:sp>
        <p:nvSpPr>
          <p:cNvPr id="86" name="Slide Subheader">
            <a:extLst>
              <a:ext uri="{FF2B5EF4-FFF2-40B4-BE49-F238E27FC236}">
                <a16:creationId xmlns:a16="http://schemas.microsoft.com/office/drawing/2014/main" id="{3E76AA9F-BD20-F495-1294-07F33726555B}"/>
              </a:ext>
            </a:extLst>
          </p:cNvPr>
          <p:cNvSpPr>
            <a:spLocks noGrp="1"/>
          </p:cNvSpPr>
          <p:nvPr>
            <p:ph type="body" sz="quarter" idx="13"/>
          </p:nvPr>
        </p:nvSpPr>
        <p:spPr/>
        <p:txBody>
          <a:bodyPr/>
          <a:lstStyle/>
          <a:p>
            <a:endParaRPr lang="en-US" dirty="0"/>
          </a:p>
        </p:txBody>
      </p:sp>
      <p:sp>
        <p:nvSpPr>
          <p:cNvPr id="10" name="Slide Number Placeholder">
            <a:extLst>
              <a:ext uri="{FF2B5EF4-FFF2-40B4-BE49-F238E27FC236}">
                <a16:creationId xmlns:a16="http://schemas.microsoft.com/office/drawing/2014/main" id="{F4816169-BC48-FD78-7857-C2E4DD4C726F}"/>
              </a:ext>
            </a:extLst>
          </p:cNvPr>
          <p:cNvSpPr>
            <a:spLocks noGrp="1"/>
          </p:cNvSpPr>
          <p:nvPr>
            <p:ph type="sldNum" sz="quarter" idx="4"/>
          </p:nvPr>
        </p:nvSpPr>
        <p:spPr>
          <a:xfrm>
            <a:off x="11588480" y="6620041"/>
            <a:ext cx="242887" cy="153888"/>
          </a:xfrm>
        </p:spPr>
        <p:txBody>
          <a:bodyPr/>
          <a:lstStyle/>
          <a:p>
            <a:fld id="{951EC00E-BB64-4A41-A445-8289ACCE6AEC}" type="slidenum">
              <a:rPr lang="en-US" smtClean="0"/>
              <a:pPr/>
              <a:t>1</a:t>
            </a:fld>
            <a:endParaRPr lang="en-US" dirty="0"/>
          </a:p>
        </p:txBody>
      </p:sp>
      <p:sp>
        <p:nvSpPr>
          <p:cNvPr id="89" name="Footnotes Placeholder">
            <a:extLst>
              <a:ext uri="{FF2B5EF4-FFF2-40B4-BE49-F238E27FC236}">
                <a16:creationId xmlns:a16="http://schemas.microsoft.com/office/drawing/2014/main" id="{2DBA7B8F-7D34-2D0E-A8C8-93D3AF06DA9B}"/>
              </a:ext>
            </a:extLst>
          </p:cNvPr>
          <p:cNvSpPr>
            <a:spLocks noGrp="1"/>
          </p:cNvSpPr>
          <p:nvPr>
            <p:ph type="body" sz="quarter" idx="48"/>
          </p:nvPr>
        </p:nvSpPr>
        <p:spPr/>
        <p:txBody>
          <a:bodyPr/>
          <a:lstStyle/>
          <a:p>
            <a:endParaRPr lang="en-US"/>
          </a:p>
        </p:txBody>
      </p:sp>
    </p:spTree>
    <p:extLst>
      <p:ext uri="{BB962C8B-B14F-4D97-AF65-F5344CB8AC3E}">
        <p14:creationId xmlns:p14="http://schemas.microsoft.com/office/powerpoint/2010/main" val="19826160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isclaimer Textbox">
            <a:extLst>
              <a:ext uri="{FF2B5EF4-FFF2-40B4-BE49-F238E27FC236}">
                <a16:creationId xmlns:a16="http://schemas.microsoft.com/office/drawing/2014/main" id="{556B9BAC-54B9-2A61-B1FE-E6B79B0AB944}"/>
              </a:ext>
            </a:extLst>
          </p:cNvPr>
          <p:cNvSpPr>
            <a:spLocks noGrp="1" noRot="1" noMove="1" noResize="1" noEditPoints="1" noAdjustHandles="1" noChangeArrowheads="1" noChangeShapeType="1"/>
          </p:cNvSpPr>
          <p:nvPr>
            <p:ph sz="quarter" idx="11"/>
          </p:nvPr>
        </p:nvSpPr>
        <p:spPr>
          <a:xfrm>
            <a:off x="533401" y="1295400"/>
            <a:ext cx="6114828" cy="5029200"/>
          </a:xfrm>
        </p:spPr>
        <p:txBody>
          <a:bodyPr/>
          <a:lstStyle/>
          <a:p>
            <a:pPr marL="0" indent="0">
              <a:buNone/>
            </a:pPr>
            <a:r>
              <a:rPr lang="en-US" sz="900" dirty="0"/>
              <a:t>The information contained in this document is based solely on publicly available information. Solomon Partners Securities, LLC (“Solomon”) has relied, without independent investigation or verification, on the accuracy, completeness and fair presentation of all such information. None of Solomon, its affiliates or its or their respective employees, directors, officers, contractors, advisors, members, successors, representatives or agents makes any representation or warranty in respect of the accuracy, completeness or fair presentation of any information or any conclusion contained herein. The information contained in this document should not be assumed to have been updated at any time subsequent to the date shown on the first page of this document and the delivery of this document does not constitute a representation by any person that such information will be updated at any time after the date of this document.  Solomon, its affiliates and its and their respective employees, directors, officers, contractors, advisors, members, successors and agents shall have no liability with respect to any information or matter contained herein.</a:t>
            </a:r>
          </a:p>
          <a:p>
            <a:pPr marL="0" indent="0">
              <a:buNone/>
            </a:pPr>
            <a:r>
              <a:rPr lang="en-US" sz="900" dirty="0"/>
              <a:t>This document has been prepared solely for informational and illustrative purposes and is not to be used or considered as an offer to sell, or a solicitation of an offer to buy, any security or instrument or the provisions of an offer to provide investment services or to undertake any transaction.</a:t>
            </a:r>
          </a:p>
          <a:p>
            <a:pPr marL="0" indent="0">
              <a:buNone/>
            </a:pPr>
            <a:r>
              <a:rPr lang="en-US" sz="900" dirty="0"/>
              <a:t>Nothing in this document constitutes regulatory, investment, legal, accounting or tax advice, or a representation that any investment or strategy is suitable or appropriate to your individual circumstances.  Each individual or entity receiving this document or participating in a related transaction shall be responsible for obtaining all such advice as it thinks appropriate on such matters and shall be responsible for making its own independent investigation and appraisal of the risks, benefits and suitability of the transactions as to itself.  Any discussions of past performance should not be taken as an indication of future results, and no representation, expressed or implied, is made regarding future events or results. This document is a marketing presentation. It does not constitute independent investment research and has not been prepared in accordance with the legal requirements designed to promote the independence of investment research.  In addition, Solomon and/or its affiliates, officers, directors and employees, including persons involved in the preparation or issuance of this document, may, from time to time, have long or short positions in, and may buy or sell the securities or other financial instruments referred to herein.</a:t>
            </a:r>
          </a:p>
          <a:p>
            <a:pPr marL="0" indent="0">
              <a:buNone/>
            </a:pPr>
            <a:r>
              <a:rPr lang="en-US" sz="900" dirty="0"/>
              <a:t>This document is confidential and may not be distributed to any other person or replicated in any form without the prior written consent of Solomon.</a:t>
            </a:r>
          </a:p>
          <a:p>
            <a:pPr marL="0" indent="0">
              <a:buNone/>
            </a:pPr>
            <a:endParaRPr lang="en-US" sz="900" dirty="0"/>
          </a:p>
        </p:txBody>
      </p:sp>
      <p:sp>
        <p:nvSpPr>
          <p:cNvPr id="5" name="Slide Title">
            <a:extLst>
              <a:ext uri="{FF2B5EF4-FFF2-40B4-BE49-F238E27FC236}">
                <a16:creationId xmlns:a16="http://schemas.microsoft.com/office/drawing/2014/main" id="{FE5CF211-1140-EB76-CA94-BC02B916E40E}"/>
              </a:ext>
            </a:extLst>
          </p:cNvPr>
          <p:cNvSpPr>
            <a:spLocks noGrp="1"/>
          </p:cNvSpPr>
          <p:nvPr>
            <p:ph type="title"/>
          </p:nvPr>
        </p:nvSpPr>
        <p:spPr/>
        <p:txBody>
          <a:bodyPr/>
          <a:lstStyle/>
          <a:p>
            <a:r>
              <a:rPr lang="en-US" dirty="0"/>
              <a:t>Disclaimer</a:t>
            </a:r>
          </a:p>
        </p:txBody>
      </p:sp>
      <p:sp>
        <p:nvSpPr>
          <p:cNvPr id="7" name="Slide Number Placeholder 6">
            <a:extLst>
              <a:ext uri="{FF2B5EF4-FFF2-40B4-BE49-F238E27FC236}">
                <a16:creationId xmlns:a16="http://schemas.microsoft.com/office/drawing/2014/main" id="{94F64C4D-EB6F-64BD-B261-5978DDB8BCB6}"/>
              </a:ext>
            </a:extLst>
          </p:cNvPr>
          <p:cNvSpPr>
            <a:spLocks noGrp="1"/>
          </p:cNvSpPr>
          <p:nvPr>
            <p:ph type="sldNum" sz="quarter" idx="4"/>
          </p:nvPr>
        </p:nvSpPr>
        <p:spPr/>
        <p:txBody>
          <a:bodyPr/>
          <a:lstStyle/>
          <a:p>
            <a:fld id="{951EC00E-BB64-4A41-A445-8289ACCE6AEC}" type="slidenum">
              <a:rPr lang="en-US" smtClean="0"/>
              <a:pPr/>
              <a:t>2</a:t>
            </a:fld>
            <a:endParaRPr lang="en-US" dirty="0"/>
          </a:p>
        </p:txBody>
      </p:sp>
      <p:sp>
        <p:nvSpPr>
          <p:cNvPr id="9" name="Freeform 1">
            <a:extLst>
              <a:ext uri="{FF2B5EF4-FFF2-40B4-BE49-F238E27FC236}">
                <a16:creationId xmlns:a16="http://schemas.microsoft.com/office/drawing/2014/main" id="{F545AB15-5852-0CDE-D079-8EE84E0CE4E9}"/>
              </a:ext>
            </a:extLst>
          </p:cNvPr>
          <p:cNvSpPr>
            <a:spLocks noGrp="1" noRot="1" noMove="1" noResize="1" noEditPoints="1" noAdjustHandles="1" noChangeArrowheads="1" noChangeShapeType="1"/>
          </p:cNvSpPr>
          <p:nvPr/>
        </p:nvSpPr>
        <p:spPr>
          <a:xfrm>
            <a:off x="8393256" y="4937333"/>
            <a:ext cx="3798744" cy="1920669"/>
          </a:xfrm>
          <a:custGeom>
            <a:avLst/>
            <a:gdLst>
              <a:gd name="connsiteX0" fmla="*/ 3798744 w 3798744"/>
              <a:gd name="connsiteY0" fmla="*/ 0 h 1920669"/>
              <a:gd name="connsiteX1" fmla="*/ 3798744 w 3798744"/>
              <a:gd name="connsiteY1" fmla="*/ 1920669 h 1920669"/>
              <a:gd name="connsiteX2" fmla="*/ 746221 w 3798744"/>
              <a:gd name="connsiteY2" fmla="*/ 1920669 h 1920669"/>
              <a:gd name="connsiteX3" fmla="*/ 366511 w 3798744"/>
              <a:gd name="connsiteY3" fmla="*/ 1198195 h 1920669"/>
              <a:gd name="connsiteX4" fmla="*/ 671 w 3798744"/>
              <a:gd name="connsiteY4" fmla="*/ 438879 h 1920669"/>
              <a:gd name="connsiteX5" fmla="*/ 0 w 3798744"/>
              <a:gd name="connsiteY5" fmla="*/ 438879 h 1920669"/>
              <a:gd name="connsiteX6" fmla="*/ 3568729 w 3798744"/>
              <a:gd name="connsiteY6" fmla="*/ 8342 h 1920669"/>
              <a:gd name="connsiteX7" fmla="*/ 3798744 w 3798744"/>
              <a:gd name="connsiteY7" fmla="*/ 0 h 1920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98744" h="1920669">
                <a:moveTo>
                  <a:pt x="3798744" y="0"/>
                </a:moveTo>
                <a:lnTo>
                  <a:pt x="3798744" y="1920669"/>
                </a:lnTo>
                <a:lnTo>
                  <a:pt x="746221" y="1920669"/>
                </a:lnTo>
                <a:lnTo>
                  <a:pt x="366511" y="1198195"/>
                </a:lnTo>
                <a:cubicBezTo>
                  <a:pt x="240212" y="947423"/>
                  <a:pt x="118182" y="694235"/>
                  <a:pt x="671" y="438879"/>
                </a:cubicBezTo>
                <a:lnTo>
                  <a:pt x="0" y="438879"/>
                </a:lnTo>
                <a:cubicBezTo>
                  <a:pt x="1162553" y="212860"/>
                  <a:pt x="2354107" y="67098"/>
                  <a:pt x="3568729" y="8342"/>
                </a:cubicBezTo>
                <a:lnTo>
                  <a:pt x="3798744" y="0"/>
                </a:lnTo>
                <a:close/>
              </a:path>
            </a:pathLst>
          </a:custGeom>
          <a:gradFill>
            <a:gsLst>
              <a:gs pos="0">
                <a:schemeClr val="accent1"/>
              </a:gs>
              <a:gs pos="100000">
                <a:schemeClr val="accent1">
                  <a:alpha val="0"/>
                </a:schemeClr>
              </a:gs>
            </a:gsLst>
            <a:lin ang="4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3">
            <a:extLst>
              <a:ext uri="{FF2B5EF4-FFF2-40B4-BE49-F238E27FC236}">
                <a16:creationId xmlns:a16="http://schemas.microsoft.com/office/drawing/2014/main" id="{0C351403-9AAE-9C0F-56D2-BC4BE6018D1C}"/>
              </a:ext>
            </a:extLst>
          </p:cNvPr>
          <p:cNvSpPr>
            <a:spLocks noGrp="1" noRot="1" noMove="1" noResize="1" noEditPoints="1" noAdjustHandles="1" noChangeArrowheads="1" noChangeShapeType="1"/>
          </p:cNvSpPr>
          <p:nvPr/>
        </p:nvSpPr>
        <p:spPr>
          <a:xfrm>
            <a:off x="3525757" y="5376211"/>
            <a:ext cx="5614319" cy="1481790"/>
          </a:xfrm>
          <a:custGeom>
            <a:avLst/>
            <a:gdLst>
              <a:gd name="connsiteX0" fmla="*/ 1042421 w 5614319"/>
              <a:gd name="connsiteY0" fmla="*/ 1070145 h 1481790"/>
              <a:gd name="connsiteX1" fmla="*/ 535132 w 5614319"/>
              <a:gd name="connsiteY1" fmla="*/ 1263347 h 1481790"/>
              <a:gd name="connsiteX2" fmla="*/ 961 w 5614319"/>
              <a:gd name="connsiteY2" fmla="*/ 1481790 h 1481790"/>
              <a:gd name="connsiteX3" fmla="*/ 0 w 5614319"/>
              <a:gd name="connsiteY3" fmla="*/ 1481790 h 1481790"/>
              <a:gd name="connsiteX4" fmla="*/ 535773 w 5614319"/>
              <a:gd name="connsiteY4" fmla="*/ 1262706 h 1481790"/>
              <a:gd name="connsiteX5" fmla="*/ 983553 w 5614319"/>
              <a:gd name="connsiteY5" fmla="*/ 1091364 h 1481790"/>
              <a:gd name="connsiteX6" fmla="*/ 1540234 w 5614319"/>
              <a:gd name="connsiteY6" fmla="*/ 892998 h 1481790"/>
              <a:gd name="connsiteX7" fmla="*/ 1116672 w 5614319"/>
              <a:gd name="connsiteY7" fmla="*/ 1043380 h 1481790"/>
              <a:gd name="connsiteX8" fmla="*/ 1435495 w 5614319"/>
              <a:gd name="connsiteY8" fmla="*/ 928457 h 1481790"/>
              <a:gd name="connsiteX9" fmla="*/ 2046861 w 5614319"/>
              <a:gd name="connsiteY9" fmla="*/ 724842 h 1481790"/>
              <a:gd name="connsiteX10" fmla="*/ 1671706 w 5614319"/>
              <a:gd name="connsiteY10" fmla="*/ 848488 h 1481790"/>
              <a:gd name="connsiteX11" fmla="*/ 1891506 w 5614319"/>
              <a:gd name="connsiteY11" fmla="*/ 774074 h 1481790"/>
              <a:gd name="connsiteX12" fmla="*/ 2568097 w 5614319"/>
              <a:gd name="connsiteY12" fmla="*/ 564301 h 1481790"/>
              <a:gd name="connsiteX13" fmla="*/ 2195645 w 5614319"/>
              <a:gd name="connsiteY13" fmla="*/ 677693 h 1481790"/>
              <a:gd name="connsiteX14" fmla="*/ 2351494 w 5614319"/>
              <a:gd name="connsiteY14" fmla="*/ 628304 h 1481790"/>
              <a:gd name="connsiteX15" fmla="*/ 3126014 w 5614319"/>
              <a:gd name="connsiteY15" fmla="*/ 406027 h 1481790"/>
              <a:gd name="connsiteX16" fmla="*/ 2711703 w 5614319"/>
              <a:gd name="connsiteY16" fmla="*/ 521867 h 1481790"/>
              <a:gd name="connsiteX17" fmla="*/ 2815366 w 5614319"/>
              <a:gd name="connsiteY17" fmla="*/ 491236 h 1481790"/>
              <a:gd name="connsiteX18" fmla="*/ 4282954 w 5614319"/>
              <a:gd name="connsiteY18" fmla="*/ 121962 h 1481790"/>
              <a:gd name="connsiteX19" fmla="*/ 3753989 w 5614319"/>
              <a:gd name="connsiteY19" fmla="*/ 243962 h 1481790"/>
              <a:gd name="connsiteX20" fmla="*/ 3226015 w 5614319"/>
              <a:gd name="connsiteY20" fmla="*/ 378597 h 1481790"/>
              <a:gd name="connsiteX21" fmla="*/ 3283029 w 5614319"/>
              <a:gd name="connsiteY21" fmla="*/ 362959 h 1481790"/>
              <a:gd name="connsiteX22" fmla="*/ 4229358 w 5614319"/>
              <a:gd name="connsiteY22" fmla="*/ 133133 h 1481790"/>
              <a:gd name="connsiteX23" fmla="*/ 4867214 w 5614319"/>
              <a:gd name="connsiteY23" fmla="*/ 184 h 1481790"/>
              <a:gd name="connsiteX24" fmla="*/ 4867428 w 5614319"/>
              <a:gd name="connsiteY24" fmla="*/ 668 h 1481790"/>
              <a:gd name="connsiteX25" fmla="*/ 4597058 w 5614319"/>
              <a:gd name="connsiteY25" fmla="*/ 56493 h 1481790"/>
              <a:gd name="connsiteX26" fmla="*/ 4868098 w 5614319"/>
              <a:gd name="connsiteY26" fmla="*/ 0 h 1481790"/>
              <a:gd name="connsiteX27" fmla="*/ 4868769 w 5614319"/>
              <a:gd name="connsiteY27" fmla="*/ 0 h 1481790"/>
              <a:gd name="connsiteX28" fmla="*/ 5234609 w 5614319"/>
              <a:gd name="connsiteY28" fmla="*/ 759316 h 1481790"/>
              <a:gd name="connsiteX29" fmla="*/ 5614319 w 5614319"/>
              <a:gd name="connsiteY29" fmla="*/ 1481790 h 1481790"/>
              <a:gd name="connsiteX30" fmla="*/ 5613653 w 5614319"/>
              <a:gd name="connsiteY30" fmla="*/ 1481790 h 1481790"/>
              <a:gd name="connsiteX31" fmla="*/ 962 w 5614319"/>
              <a:gd name="connsiteY31" fmla="*/ 1481790 h 1481790"/>
              <a:gd name="connsiteX32" fmla="*/ 535133 w 5614319"/>
              <a:gd name="connsiteY32" fmla="*/ 1263347 h 1481790"/>
              <a:gd name="connsiteX33" fmla="*/ 1042439 w 5614319"/>
              <a:gd name="connsiteY33" fmla="*/ 1070138 h 1481790"/>
              <a:gd name="connsiteX34" fmla="*/ 1042421 w 5614319"/>
              <a:gd name="connsiteY34" fmla="*/ 1070145 h 1481790"/>
              <a:gd name="connsiteX35" fmla="*/ 1058006 w 5614319"/>
              <a:gd name="connsiteY35" fmla="*/ 1064209 h 1481790"/>
              <a:gd name="connsiteX36" fmla="*/ 1116672 w 5614319"/>
              <a:gd name="connsiteY36" fmla="*/ 1043380 h 1481790"/>
              <a:gd name="connsiteX37" fmla="*/ 1116606 w 5614319"/>
              <a:gd name="connsiteY37" fmla="*/ 1043404 h 1481790"/>
              <a:gd name="connsiteX38" fmla="*/ 1540256 w 5614319"/>
              <a:gd name="connsiteY38" fmla="*/ 892990 h 1481790"/>
              <a:gd name="connsiteX39" fmla="*/ 1540234 w 5614319"/>
              <a:gd name="connsiteY39" fmla="*/ 892998 h 1481790"/>
              <a:gd name="connsiteX40" fmla="*/ 1586538 w 5614319"/>
              <a:gd name="connsiteY40" fmla="*/ 876558 h 1481790"/>
              <a:gd name="connsiteX41" fmla="*/ 1671706 w 5614319"/>
              <a:gd name="connsiteY41" fmla="*/ 848488 h 1481790"/>
              <a:gd name="connsiteX42" fmla="*/ 1671669 w 5614319"/>
              <a:gd name="connsiteY42" fmla="*/ 848500 h 1481790"/>
              <a:gd name="connsiteX43" fmla="*/ 2046888 w 5614319"/>
              <a:gd name="connsiteY43" fmla="*/ 724834 h 1481790"/>
              <a:gd name="connsiteX44" fmla="*/ 2046861 w 5614319"/>
              <a:gd name="connsiteY44" fmla="*/ 724842 h 1481790"/>
              <a:gd name="connsiteX45" fmla="*/ 2120565 w 5614319"/>
              <a:gd name="connsiteY45" fmla="*/ 700551 h 1481790"/>
              <a:gd name="connsiteX46" fmla="*/ 2195645 w 5614319"/>
              <a:gd name="connsiteY46" fmla="*/ 677693 h 1481790"/>
              <a:gd name="connsiteX47" fmla="*/ 2195620 w 5614319"/>
              <a:gd name="connsiteY47" fmla="*/ 677701 h 1481790"/>
              <a:gd name="connsiteX48" fmla="*/ 2568131 w 5614319"/>
              <a:gd name="connsiteY48" fmla="*/ 564291 h 1481790"/>
              <a:gd name="connsiteX49" fmla="*/ 2568097 w 5614319"/>
              <a:gd name="connsiteY49" fmla="*/ 564301 h 1481790"/>
              <a:gd name="connsiteX50" fmla="*/ 2659925 w 5614319"/>
              <a:gd name="connsiteY50" fmla="*/ 536344 h 1481790"/>
              <a:gd name="connsiteX51" fmla="*/ 2711703 w 5614319"/>
              <a:gd name="connsiteY51" fmla="*/ 521867 h 1481790"/>
              <a:gd name="connsiteX52" fmla="*/ 2711685 w 5614319"/>
              <a:gd name="connsiteY52" fmla="*/ 521872 h 1481790"/>
              <a:gd name="connsiteX53" fmla="*/ 3126067 w 5614319"/>
              <a:gd name="connsiteY53" fmla="*/ 406013 h 1481790"/>
              <a:gd name="connsiteX54" fmla="*/ 3126014 w 5614319"/>
              <a:gd name="connsiteY54" fmla="*/ 406027 h 1481790"/>
              <a:gd name="connsiteX55" fmla="*/ 3204454 w 5614319"/>
              <a:gd name="connsiteY55" fmla="*/ 384096 h 1481790"/>
              <a:gd name="connsiteX56" fmla="*/ 3226015 w 5614319"/>
              <a:gd name="connsiteY56" fmla="*/ 378597 h 1481790"/>
              <a:gd name="connsiteX57" fmla="*/ 3226002 w 5614319"/>
              <a:gd name="connsiteY57" fmla="*/ 378601 h 1481790"/>
              <a:gd name="connsiteX58" fmla="*/ 3753990 w 5614319"/>
              <a:gd name="connsiteY58" fmla="*/ 243962 h 1481790"/>
              <a:gd name="connsiteX59" fmla="*/ 4282964 w 5614319"/>
              <a:gd name="connsiteY59" fmla="*/ 121960 h 1481790"/>
              <a:gd name="connsiteX60" fmla="*/ 4282954 w 5614319"/>
              <a:gd name="connsiteY60" fmla="*/ 121962 h 1481790"/>
              <a:gd name="connsiteX61" fmla="*/ 4308369 w 5614319"/>
              <a:gd name="connsiteY61" fmla="*/ 116101 h 1481790"/>
              <a:gd name="connsiteX62" fmla="*/ 4597058 w 5614319"/>
              <a:gd name="connsiteY62" fmla="*/ 56493 h 1481790"/>
              <a:gd name="connsiteX63" fmla="*/ 4596952 w 5614319"/>
              <a:gd name="connsiteY63" fmla="*/ 56515 h 1481790"/>
              <a:gd name="connsiteX64" fmla="*/ 4867429 w 5614319"/>
              <a:gd name="connsiteY64" fmla="*/ 668 h 1481790"/>
              <a:gd name="connsiteX65" fmla="*/ 4867215 w 5614319"/>
              <a:gd name="connsiteY65" fmla="*/ 184 h 1481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614319" h="1481790">
                <a:moveTo>
                  <a:pt x="1042421" y="1070145"/>
                </a:moveTo>
                <a:lnTo>
                  <a:pt x="535132" y="1263347"/>
                </a:lnTo>
                <a:lnTo>
                  <a:pt x="961" y="1481790"/>
                </a:lnTo>
                <a:lnTo>
                  <a:pt x="0" y="1481790"/>
                </a:lnTo>
                <a:lnTo>
                  <a:pt x="535773" y="1262706"/>
                </a:lnTo>
                <a:cubicBezTo>
                  <a:pt x="684329" y="1204196"/>
                  <a:pt x="833594" y="1147077"/>
                  <a:pt x="983553" y="1091364"/>
                </a:cubicBezTo>
                <a:close/>
                <a:moveTo>
                  <a:pt x="1540234" y="892998"/>
                </a:moveTo>
                <a:lnTo>
                  <a:pt x="1116672" y="1043380"/>
                </a:lnTo>
                <a:lnTo>
                  <a:pt x="1435495" y="928457"/>
                </a:lnTo>
                <a:close/>
                <a:moveTo>
                  <a:pt x="2046861" y="724842"/>
                </a:moveTo>
                <a:lnTo>
                  <a:pt x="1671706" y="848488"/>
                </a:lnTo>
                <a:lnTo>
                  <a:pt x="1891506" y="774074"/>
                </a:lnTo>
                <a:close/>
                <a:moveTo>
                  <a:pt x="2568097" y="564301"/>
                </a:moveTo>
                <a:lnTo>
                  <a:pt x="2195645" y="677693"/>
                </a:lnTo>
                <a:lnTo>
                  <a:pt x="2351494" y="628304"/>
                </a:lnTo>
                <a:close/>
                <a:moveTo>
                  <a:pt x="3126014" y="406027"/>
                </a:moveTo>
                <a:lnTo>
                  <a:pt x="2711703" y="521867"/>
                </a:lnTo>
                <a:lnTo>
                  <a:pt x="2815366" y="491236"/>
                </a:lnTo>
                <a:close/>
                <a:moveTo>
                  <a:pt x="4282954" y="121962"/>
                </a:moveTo>
                <a:lnTo>
                  <a:pt x="3753989" y="243962"/>
                </a:lnTo>
                <a:lnTo>
                  <a:pt x="3226015" y="378597"/>
                </a:lnTo>
                <a:lnTo>
                  <a:pt x="3283029" y="362959"/>
                </a:lnTo>
                <a:cubicBezTo>
                  <a:pt x="3596047" y="280391"/>
                  <a:pt x="3911532" y="203743"/>
                  <a:pt x="4229358" y="133133"/>
                </a:cubicBezTo>
                <a:close/>
                <a:moveTo>
                  <a:pt x="4867214" y="184"/>
                </a:moveTo>
                <a:lnTo>
                  <a:pt x="4867428" y="668"/>
                </a:lnTo>
                <a:lnTo>
                  <a:pt x="4597058" y="56493"/>
                </a:lnTo>
                <a:close/>
                <a:moveTo>
                  <a:pt x="4868098" y="0"/>
                </a:moveTo>
                <a:lnTo>
                  <a:pt x="4868769" y="0"/>
                </a:lnTo>
                <a:cubicBezTo>
                  <a:pt x="4986280" y="255356"/>
                  <a:pt x="5108310" y="508544"/>
                  <a:pt x="5234609" y="759316"/>
                </a:cubicBezTo>
                <a:lnTo>
                  <a:pt x="5614319" y="1481790"/>
                </a:lnTo>
                <a:lnTo>
                  <a:pt x="5613653" y="1481790"/>
                </a:lnTo>
                <a:lnTo>
                  <a:pt x="962" y="1481790"/>
                </a:lnTo>
                <a:lnTo>
                  <a:pt x="535133" y="1263347"/>
                </a:lnTo>
                <a:lnTo>
                  <a:pt x="1042439" y="1070138"/>
                </a:lnTo>
                <a:lnTo>
                  <a:pt x="1042421" y="1070145"/>
                </a:lnTo>
                <a:lnTo>
                  <a:pt x="1058006" y="1064209"/>
                </a:lnTo>
                <a:lnTo>
                  <a:pt x="1116672" y="1043380"/>
                </a:lnTo>
                <a:lnTo>
                  <a:pt x="1116606" y="1043404"/>
                </a:lnTo>
                <a:lnTo>
                  <a:pt x="1540256" y="892990"/>
                </a:lnTo>
                <a:lnTo>
                  <a:pt x="1540234" y="892998"/>
                </a:lnTo>
                <a:lnTo>
                  <a:pt x="1586538" y="876558"/>
                </a:lnTo>
                <a:lnTo>
                  <a:pt x="1671706" y="848488"/>
                </a:lnTo>
                <a:lnTo>
                  <a:pt x="1671669" y="848500"/>
                </a:lnTo>
                <a:lnTo>
                  <a:pt x="2046888" y="724834"/>
                </a:lnTo>
                <a:lnTo>
                  <a:pt x="2046861" y="724842"/>
                </a:lnTo>
                <a:lnTo>
                  <a:pt x="2120565" y="700551"/>
                </a:lnTo>
                <a:lnTo>
                  <a:pt x="2195645" y="677693"/>
                </a:lnTo>
                <a:lnTo>
                  <a:pt x="2195620" y="677701"/>
                </a:lnTo>
                <a:lnTo>
                  <a:pt x="2568131" y="564291"/>
                </a:lnTo>
                <a:lnTo>
                  <a:pt x="2568097" y="564301"/>
                </a:lnTo>
                <a:lnTo>
                  <a:pt x="2659925" y="536344"/>
                </a:lnTo>
                <a:lnTo>
                  <a:pt x="2711703" y="521867"/>
                </a:lnTo>
                <a:lnTo>
                  <a:pt x="2711685" y="521872"/>
                </a:lnTo>
                <a:lnTo>
                  <a:pt x="3126067" y="406013"/>
                </a:lnTo>
                <a:lnTo>
                  <a:pt x="3126014" y="406027"/>
                </a:lnTo>
                <a:lnTo>
                  <a:pt x="3204454" y="384096"/>
                </a:lnTo>
                <a:lnTo>
                  <a:pt x="3226015" y="378597"/>
                </a:lnTo>
                <a:lnTo>
                  <a:pt x="3226002" y="378601"/>
                </a:lnTo>
                <a:lnTo>
                  <a:pt x="3753990" y="243962"/>
                </a:lnTo>
                <a:lnTo>
                  <a:pt x="4282964" y="121960"/>
                </a:lnTo>
                <a:lnTo>
                  <a:pt x="4282954" y="121962"/>
                </a:lnTo>
                <a:lnTo>
                  <a:pt x="4308369" y="116101"/>
                </a:lnTo>
                <a:lnTo>
                  <a:pt x="4597058" y="56493"/>
                </a:lnTo>
                <a:lnTo>
                  <a:pt x="4596952" y="56515"/>
                </a:lnTo>
                <a:lnTo>
                  <a:pt x="4867429" y="668"/>
                </a:lnTo>
                <a:lnTo>
                  <a:pt x="4867215" y="184"/>
                </a:lnTo>
                <a:close/>
              </a:path>
            </a:pathLst>
          </a:custGeom>
          <a:gradFill>
            <a:gsLst>
              <a:gs pos="90000">
                <a:schemeClr val="accent2">
                  <a:alpha val="0"/>
                </a:schemeClr>
              </a:gs>
              <a:gs pos="10000">
                <a:schemeClr val="accent2"/>
              </a:gs>
            </a:gsLst>
            <a:lin ang="45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Freeform 4">
            <a:extLst>
              <a:ext uri="{FF2B5EF4-FFF2-40B4-BE49-F238E27FC236}">
                <a16:creationId xmlns:a16="http://schemas.microsoft.com/office/drawing/2014/main" id="{2D8C0249-C64D-54C1-88B3-03758A36B0A0}"/>
              </a:ext>
            </a:extLst>
          </p:cNvPr>
          <p:cNvSpPr>
            <a:spLocks noGrp="1" noRot="1" noMove="1" noResize="1" noEditPoints="1" noAdjustHandles="1" noChangeArrowheads="1" noChangeShapeType="1"/>
          </p:cNvSpPr>
          <p:nvPr/>
        </p:nvSpPr>
        <p:spPr>
          <a:xfrm>
            <a:off x="6648229" y="0"/>
            <a:ext cx="5543771" cy="5376394"/>
          </a:xfrm>
          <a:custGeom>
            <a:avLst/>
            <a:gdLst>
              <a:gd name="connsiteX0" fmla="*/ 0 w 5543771"/>
              <a:gd name="connsiteY0" fmla="*/ 0 h 5376394"/>
              <a:gd name="connsiteX1" fmla="*/ 5543771 w 5543771"/>
              <a:gd name="connsiteY1" fmla="*/ 0 h 5376394"/>
              <a:gd name="connsiteX2" fmla="*/ 5543771 w 5543771"/>
              <a:gd name="connsiteY2" fmla="*/ 4937331 h 5376394"/>
              <a:gd name="connsiteX3" fmla="*/ 5313756 w 5543771"/>
              <a:gd name="connsiteY3" fmla="*/ 4945673 h 5376394"/>
              <a:gd name="connsiteX4" fmla="*/ 1745027 w 5543771"/>
              <a:gd name="connsiteY4" fmla="*/ 5376210 h 5376394"/>
              <a:gd name="connsiteX5" fmla="*/ 1744144 w 5543771"/>
              <a:gd name="connsiteY5" fmla="*/ 5376394 h 5376394"/>
              <a:gd name="connsiteX6" fmla="*/ 1427461 w 5543771"/>
              <a:gd name="connsiteY6" fmla="*/ 4658544 h 5376394"/>
              <a:gd name="connsiteX7" fmla="*/ 21735 w 5543771"/>
              <a:gd name="connsiteY7" fmla="*/ 116647 h 537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543771" h="5376394">
                <a:moveTo>
                  <a:pt x="0" y="0"/>
                </a:moveTo>
                <a:lnTo>
                  <a:pt x="5543771" y="0"/>
                </a:lnTo>
                <a:lnTo>
                  <a:pt x="5543771" y="4937331"/>
                </a:lnTo>
                <a:lnTo>
                  <a:pt x="5313756" y="4945673"/>
                </a:lnTo>
                <a:cubicBezTo>
                  <a:pt x="4099134" y="5004429"/>
                  <a:pt x="2907580" y="5150191"/>
                  <a:pt x="1745027" y="5376210"/>
                </a:cubicBezTo>
                <a:lnTo>
                  <a:pt x="1744144" y="5376394"/>
                </a:lnTo>
                <a:lnTo>
                  <a:pt x="1427461" y="4658544"/>
                </a:lnTo>
                <a:cubicBezTo>
                  <a:pt x="816377" y="3209975"/>
                  <a:pt x="342434" y="1690852"/>
                  <a:pt x="21735" y="116647"/>
                </a:cubicBezTo>
                <a:close/>
              </a:path>
            </a:pathLst>
          </a:custGeom>
          <a:gradFill>
            <a:gsLst>
              <a:gs pos="0">
                <a:srgbClr val="E4F7FC"/>
              </a:gs>
              <a:gs pos="100000">
                <a:srgbClr val="E3F7FC">
                  <a:alpha val="0"/>
                </a:srgb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8" name="Picture 7" hidden="1">
            <a:extLst>
              <a:ext uri="{FF2B5EF4-FFF2-40B4-BE49-F238E27FC236}">
                <a16:creationId xmlns:a16="http://schemas.microsoft.com/office/drawing/2014/main" id="{5DDB4494-C8F7-0F05-AFC9-E125937FE4D7}"/>
              </a:ext>
            </a:extLst>
          </p:cNvPr>
          <p:cNvPicPr>
            <a:picLocks noChangeAspect="1"/>
          </p:cNvPicPr>
          <p:nvPr/>
        </p:nvPicPr>
        <p:blipFill>
          <a:blip r:embed="rId3"/>
          <a:stretch>
            <a:fillRect/>
          </a:stretch>
        </p:blipFill>
        <p:spPr>
          <a:xfrm>
            <a:off x="464555" y="1250624"/>
            <a:ext cx="6393072" cy="5071837"/>
          </a:xfrm>
          <a:prstGeom prst="rect">
            <a:avLst/>
          </a:prstGeom>
        </p:spPr>
      </p:pic>
      <p:sp>
        <p:nvSpPr>
          <p:cNvPr id="12" name="Sticky note [SS]">
            <a:extLst>
              <a:ext uri="{FF2B5EF4-FFF2-40B4-BE49-F238E27FC236}">
                <a16:creationId xmlns:a16="http://schemas.microsoft.com/office/drawing/2014/main" id="{24940653-BBC0-7DE2-5DE2-70CC07C30E57}"/>
              </a:ext>
            </a:extLst>
          </p:cNvPr>
          <p:cNvSpPr/>
          <p:nvPr>
            <p:custDataLst>
              <p:tags r:id="rId1"/>
            </p:custDataLst>
          </p:nvPr>
        </p:nvSpPr>
        <p:spPr>
          <a:xfrm>
            <a:off x="9523518" y="6462"/>
            <a:ext cx="2181225" cy="1288937"/>
          </a:xfrm>
          <a:prstGeom prst="rect">
            <a:avLst/>
          </a:prstGeom>
          <a:solidFill>
            <a:srgbClr val="FFFF9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r>
              <a:rPr lang="en-US" sz="1050" b="1" dirty="0">
                <a:solidFill>
                  <a:schemeClr val="tx1"/>
                </a:solidFill>
              </a:rPr>
              <a:t>Disclaimer Reminder</a:t>
            </a:r>
            <a:r>
              <a:rPr lang="en-US" sz="1050" dirty="0">
                <a:solidFill>
                  <a:schemeClr val="tx1"/>
                </a:solidFill>
              </a:rPr>
              <a:t>: </a:t>
            </a:r>
          </a:p>
          <a:p>
            <a:r>
              <a:rPr lang="en-US" sz="1050" dirty="0">
                <a:solidFill>
                  <a:schemeClr val="tx1"/>
                </a:solidFill>
              </a:rPr>
              <a:t>Please reference the Macabacus Library to confirm the correct disclaimer for this deck’s intended use.</a:t>
            </a:r>
          </a:p>
        </p:txBody>
      </p:sp>
    </p:spTree>
    <p:extLst>
      <p:ext uri="{BB962C8B-B14F-4D97-AF65-F5344CB8AC3E}">
        <p14:creationId xmlns:p14="http://schemas.microsoft.com/office/powerpoint/2010/main" val="106976935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DH_FLYSHEET_STYLE" val="1"/>
  <p:tag name="MM_STAMP_CONVERTED" val="True"/>
  <p:tag name="MM_SECTION_CONVERTED" val="True"/>
  <p:tag name="BRAND_COMPLIANCE" val="&lt;BrandCompliance&gt;&lt;Fonts&gt;&lt;Types&gt;&lt;Type&gt;&lt;![CDATA[Segoe UI]]&gt;&lt;/Type&gt;&lt;Type&gt;&lt;![CDATA[Segoe UI Semibold]]&gt;&lt;/Type&gt;&lt;Type&gt;&lt;![CDATA[Impact]]&gt;&lt;/Type&gt;&lt;/Types&gt;&lt;Sizes /&gt;&lt;Colors /&gt;&lt;MinSize /&gt;&lt;MaxSize /&gt;&lt;/Fonts&gt;&lt;/BrandCompliance&gt;"/>
  <p:tag name="DH_TOC_SUBSECTIONS" val="1"/>
  <p:tag name="DH_AGENDA_COLLAPSE" val="1"/>
  <p:tag name="DH_AGENDA_OMIT" val="0"/>
  <p:tag name="DH_AGENDA_SKIP" val="1"/>
  <p:tag name="TEMPLATEID" val="b52468f9884829c0"/>
</p:tagLst>
</file>

<file path=ppt/tags/tag2.xml><?xml version="1.0" encoding="utf-8"?>
<p:tagLst xmlns:a="http://schemas.openxmlformats.org/drawingml/2006/main" xmlns:r="http://schemas.openxmlformats.org/officeDocument/2006/relationships" xmlns:p="http://schemas.openxmlformats.org/presentationml/2006/main">
  <p:tag name="MM_SLIDE_TYPE" val="6"/>
</p:tagLst>
</file>

<file path=ppt/tags/tag3.xml><?xml version="1.0" encoding="utf-8"?>
<p:tagLst xmlns:a="http://schemas.openxmlformats.org/drawingml/2006/main" xmlns:r="http://schemas.openxmlformats.org/officeDocument/2006/relationships" xmlns:p="http://schemas.openxmlformats.org/presentationml/2006/main">
  <p:tag name="MM_SLIDE_TYPE" val="6"/>
</p:tagLst>
</file>

<file path=ppt/tags/tag4.xml><?xml version="1.0" encoding="utf-8"?>
<p:tagLst xmlns:a="http://schemas.openxmlformats.org/drawingml/2006/main" xmlns:r="http://schemas.openxmlformats.org/officeDocument/2006/relationships" xmlns:p="http://schemas.openxmlformats.org/presentationml/2006/main">
  <p:tag name="MM_SLIDE_TYPE" val="6"/>
</p:tagLst>
</file>

<file path=ppt/tags/tag5.xml><?xml version="1.0" encoding="utf-8"?>
<p:tagLst xmlns:a="http://schemas.openxmlformats.org/drawingml/2006/main" xmlns:r="http://schemas.openxmlformats.org/officeDocument/2006/relationships" xmlns:p="http://schemas.openxmlformats.org/presentationml/2006/main">
  <p:tag name="MM_SLIDE_TYPE" val="6"/>
</p:tagLst>
</file>

<file path=ppt/tags/tag6.xml><?xml version="1.0" encoding="utf-8"?>
<p:tagLst xmlns:a="http://schemas.openxmlformats.org/drawingml/2006/main" xmlns:r="http://schemas.openxmlformats.org/officeDocument/2006/relationships" xmlns:p="http://schemas.openxmlformats.org/presentationml/2006/main">
  <p:tag name="MM_SLIDE_TYPE" val="6"/>
</p:tagLst>
</file>

<file path=ppt/tags/tag7.xml><?xml version="1.0" encoding="utf-8"?>
<p:tagLst xmlns:a="http://schemas.openxmlformats.org/drawingml/2006/main" xmlns:r="http://schemas.openxmlformats.org/officeDocument/2006/relationships" xmlns:p="http://schemas.openxmlformats.org/presentationml/2006/main">
  <p:tag name="MM_SLIDE_TYPE" val="6"/>
</p:tagLst>
</file>

<file path=ppt/tags/tag8.xml><?xml version="1.0" encoding="utf-8"?>
<p:tagLst xmlns:a="http://schemas.openxmlformats.org/drawingml/2006/main" xmlns:r="http://schemas.openxmlformats.org/officeDocument/2006/relationships" xmlns:p="http://schemas.openxmlformats.org/presentationml/2006/main">
  <p:tag name="MM_SLIDE_TYPE" val="2"/>
</p:tagLst>
</file>

<file path=ppt/tags/tag9.xml><?xml version="1.0" encoding="utf-8"?>
<p:tagLst xmlns:a="http://schemas.openxmlformats.org/drawingml/2006/main" xmlns:r="http://schemas.openxmlformats.org/officeDocument/2006/relationships" xmlns:p="http://schemas.openxmlformats.org/presentationml/2006/main">
  <p:tag name="MM_SLIDE_TYPE" val="3"/>
</p:tagLst>
</file>

<file path=ppt/tags/tag10.xml><?xml version="1.0" encoding="utf-8"?>
<p:tagLst xmlns:a="http://schemas.openxmlformats.org/drawingml/2006/main" xmlns:r="http://schemas.openxmlformats.org/officeDocument/2006/relationships" xmlns:p="http://schemas.openxmlformats.org/presentationml/2006/main">
  <p:tag name="MACABACUSLINK" val="&lt;Links vendor=&quot;Macabacus&quot;&gt;&lt;Link version=&quot;9.8.10.0&quot;&gt;&lt;Source&gt;&lt;![CDATA[%USER_FOLDER%\OneDrive - Solomon Partners, L.P\Macabacus - Documents\Solomon\Slides\28f742\5ecfaf.pptx]]&gt;&lt;/Source&gt;&lt;SourceModified&gt;2025-05-02 20:20:38&lt;/SourceModified&gt;&lt;ParentId&gt;&lt;/ParentId&gt;&lt;LinkId&gt;32713deb8292050e&lt;/LinkId&gt;&lt;FriendlyName&gt;&lt;/FriendlyName&gt;&lt;Type&gt;10&lt;/Type&gt;&lt;Address&gt;&lt;/Address&gt;&lt;LastUpdate&gt;2026-04-22 16:03:05&lt;/LastUpdate&gt;&lt;User&gt;Lexi Keresztes&lt;/User&gt;&lt;SourceFormat&gt;False&lt;/SourceFormat&gt;&lt;/Link&gt;&lt;/Links&gt;"/>
  <p:tag name="MACABACUS_LIB_CONTENT" val="&lt;LibraryInfo vendor=&quot;Macabacus&quot; version=&quot;9.8.10.0&quot;&gt;&lt;LibraryId&gt;7f0faa&lt;/LibraryId&gt;&lt;Permission&gt;2&lt;/Permission&gt;&lt;ContentPath&gt;&lt;![CDATA[%USER_FOLDER%\OneDrive - Solomon Partners, L.P\Macabacus - Documents\Solomon\Slides\28f742\5ecfaf.pptx]]&gt;&lt;/ContentPath&gt;&lt;ContentType&gt;1&lt;/ContentType&gt;&lt;ContentId&gt;32713deb8292050e&lt;/ContentId&gt;&lt;Title&gt;Solomon Logo Cover (Light)&lt;/Title&gt;&lt;CurrentVersion&gt;1&lt;/CurrentVersion&gt;&lt;IgnoredVersion /&gt;&lt;KeepSrcFormatting&gt;False&lt;/KeepSrcFormatting&gt;&lt;ModifiedAt&gt;2026-04-22 20:03:04&lt;/ModifiedAt&gt;&lt;ModifiedBy&gt;Lexi Keresztes&lt;/ModifiedBy&gt;&lt;/LibraryInfo&gt;"/>
</p:tagLst>
</file>

<file path=ppt/tags/tag11.xml><?xml version="1.0" encoding="utf-8"?>
<p:tagLst xmlns:a="http://schemas.openxmlformats.org/drawingml/2006/main" xmlns:r="http://schemas.openxmlformats.org/officeDocument/2006/relationships" xmlns:p="http://schemas.openxmlformats.org/presentationml/2006/main">
  <p:tag name="MASTERSHAPE_ID" val="60"/>
</p:tagLst>
</file>

<file path=ppt/theme/theme1.xml><?xml version="1.0" encoding="utf-8"?>
<a:theme xmlns:a="http://schemas.openxmlformats.org/drawingml/2006/main" name="Solomon Widescreen Theme">
  <a:themeElements>
    <a:clrScheme name="2025 Solomon Partners">
      <a:dk1>
        <a:srgbClr val="000000"/>
      </a:dk1>
      <a:lt1>
        <a:srgbClr val="FFFFFF"/>
      </a:lt1>
      <a:dk2>
        <a:srgbClr val="070263"/>
      </a:dk2>
      <a:lt2>
        <a:srgbClr val="4F4CB1"/>
      </a:lt2>
      <a:accent1>
        <a:srgbClr val="178AE0"/>
      </a:accent1>
      <a:accent2>
        <a:srgbClr val="85D6F9"/>
      </a:accent2>
      <a:accent3>
        <a:srgbClr val="4F4CB1"/>
      </a:accent3>
      <a:accent4>
        <a:srgbClr val="2FD1B2"/>
      </a:accent4>
      <a:accent5>
        <a:srgbClr val="2B0454"/>
      </a:accent5>
      <a:accent6>
        <a:srgbClr val="141B4D"/>
      </a:accent6>
      <a:hlink>
        <a:srgbClr val="0E04C7"/>
      </a:hlink>
      <a:folHlink>
        <a:srgbClr val="003594"/>
      </a:folHlink>
    </a:clrScheme>
    <a:fontScheme name="Test">
      <a:majorFont>
        <a:latin typeface="Segoe UI Semibold"/>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E3F7FC"/>
        </a:solidFill>
        <a:ln>
          <a:noFill/>
        </a:ln>
      </a:spPr>
      <a:bodyPr rtlCol="0" anchor="t"/>
      <a:lstStyle>
        <a:defPPr marL="171450" indent="-171450" algn="l">
          <a:spcBef>
            <a:spcPts val="600"/>
          </a:spcBef>
          <a:spcAft>
            <a:spcPts val="300"/>
          </a:spcAft>
          <a:buClr>
            <a:schemeClr val="bg2"/>
          </a:buClr>
          <a:buFont typeface="Arial" panose="020B0604020202020204" pitchFamily="34" charset="0"/>
          <a:buChar char="•"/>
          <a:defRPr sz="1000" kern="1200" dirty="0" err="1">
            <a:solidFill>
              <a:schemeClr val="tx1"/>
            </a:solidFill>
            <a:latin typeface="+mn-lt"/>
            <a:ea typeface="+mn-ea"/>
            <a:cs typeface="+mn-cs"/>
          </a:defRPr>
        </a:defPPr>
      </a:lstStyle>
      <a:style>
        <a:lnRef idx="2">
          <a:schemeClr val="accent1">
            <a:shade val="50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bwMode="gray">
        <a:noFill/>
        <a:ln w="19050">
          <a:noFill/>
          <a:miter lim="800000"/>
        </a:ln>
        <a:effectLst/>
      </a:spPr>
      <a:bodyPr wrap="square" lIns="91440" tIns="91440" rIns="91440" bIns="91440" rtlCol="0" anchor="t" anchorCtr="0">
        <a:spAutoFit/>
      </a:bodyPr>
      <a:lstStyle>
        <a:defPPr marL="115888" indent="-115888" algn="l" defTabSz="849313" eaLnBrk="0" hangingPunct="0">
          <a:buClr>
            <a:schemeClr val="accent3"/>
          </a:buClr>
          <a:buFont typeface="Arial" panose="020B0604020202020204" pitchFamily="34" charset="0"/>
          <a:buChar char="•"/>
          <a:defRPr sz="1050" dirty="0" smtClean="0">
            <a:latin typeface="+mn-lt"/>
          </a:defRPr>
        </a:defPPr>
      </a:lstStyle>
    </a:txDef>
  </a:objectDefaults>
  <a:extraClrSchemeLst/>
  <a:extLst>
    <a:ext uri="{05A4C25C-085E-4340-85A3-A5531E510DB2}">
      <thm15:themeFamily xmlns:thm15="http://schemas.microsoft.com/office/thememl/2012/main" name="4.23.26 Template - Widescreen" id="{7F079583-072F-4E60-9564-8BA7999A4E01}" vid="{396AAECF-C55A-4B1E-BDE0-D5C18A48B73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160e5c9d-ece1-4e42-bf26-faad174e506f" xsi:nil="true"/>
    <lcf76f155ced4ddcb4097134ff3c332f xmlns="6e71f032-d846-436d-ba5f-52116eb1981d">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3961A25952D74D90C786786F806B79" ma:contentTypeVersion="11" ma:contentTypeDescription="Create a new document." ma:contentTypeScope="" ma:versionID="7af4c8baf3e50683d90dfe2ddcc388af">
  <xsd:schema xmlns:xsd="http://www.w3.org/2001/XMLSchema" xmlns:xs="http://www.w3.org/2001/XMLSchema" xmlns:p="http://schemas.microsoft.com/office/2006/metadata/properties" xmlns:ns2="6e71f032-d846-436d-ba5f-52116eb1981d" xmlns:ns3="160e5c9d-ece1-4e42-bf26-faad174e506f" targetNamespace="http://schemas.microsoft.com/office/2006/metadata/properties" ma:root="true" ma:fieldsID="a95075e8f400a728e2c0c94c579bf91b" ns2:_="" ns3:_="">
    <xsd:import namespace="6e71f032-d846-436d-ba5f-52116eb1981d"/>
    <xsd:import namespace="160e5c9d-ece1-4e42-bf26-faad174e506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e71f032-d846-436d-ba5f-52116eb1981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6ba4b3b7-9ab9-4191-ad5d-42b775723e35"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0e5c9d-ece1-4e42-bf26-faad174e506f"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9a0779a4-3e96-481d-9356-b408f9472ba1}" ma:internalName="TaxCatchAll" ma:showField="CatchAllData" ma:web="160e5c9d-ece1-4e42-bf26-faad174e506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77B7FAA-D518-4180-A8D9-1FD4E262D482}">
  <ds:schemaRefs>
    <ds:schemaRef ds:uri="http://schemas.microsoft.com/office/2006/documentManagement/types"/>
    <ds:schemaRef ds:uri="http://purl.org/dc/dcmitype/"/>
    <ds:schemaRef ds:uri="http://purl.org/dc/elements/1.1/"/>
    <ds:schemaRef ds:uri="3774145d-fe31-4f12-a2f4-da94f907db55"/>
    <ds:schemaRef ds:uri="e6088e35-834a-4306-9904-47c0af2db0ec"/>
    <ds:schemaRef ds:uri="http://www.w3.org/XML/1998/namespace"/>
    <ds:schemaRef ds:uri="http://purl.org/dc/terms/"/>
    <ds:schemaRef ds:uri="http://schemas.microsoft.com/office/2006/metadata/properties"/>
    <ds:schemaRef ds:uri="http://schemas.microsoft.com/office/infopath/2007/PartnerControls"/>
    <ds:schemaRef ds:uri="http://schemas.openxmlformats.org/package/2006/metadata/core-properties"/>
    <ds:schemaRef ds:uri="160e5c9d-ece1-4e42-bf26-faad174e506f"/>
    <ds:schemaRef ds:uri="6e71f032-d846-436d-ba5f-52116eb1981d"/>
  </ds:schemaRefs>
</ds:datastoreItem>
</file>

<file path=customXml/itemProps2.xml><?xml version="1.0" encoding="utf-8"?>
<ds:datastoreItem xmlns:ds="http://schemas.openxmlformats.org/officeDocument/2006/customXml" ds:itemID="{0D4867DC-307D-4B22-AF03-D568ED2E4BB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e71f032-d846-436d-ba5f-52116eb1981d"/>
    <ds:schemaRef ds:uri="160e5c9d-ece1-4e42-bf26-faad174e506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4814254-101C-4AFD-917C-18BEC620B5B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749288</Template>
  <TotalTime>9</TotalTime>
  <Words>505</Words>
  <Application>Microsoft Office PowerPoint</Application>
  <PresentationFormat>Widescreen</PresentationFormat>
  <Paragraphs>9</Paragraphs>
  <Slides>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vt:i4>
      </vt:variant>
    </vt:vector>
  </HeadingPairs>
  <TitlesOfParts>
    <vt:vector size="10" baseType="lpstr">
      <vt:lpstr>Aptos</vt:lpstr>
      <vt:lpstr>Arial</vt:lpstr>
      <vt:lpstr>Impact</vt:lpstr>
      <vt:lpstr>Segoe UI</vt:lpstr>
      <vt:lpstr>Segoe UI Semibold</vt:lpstr>
      <vt:lpstr>Wingdings</vt:lpstr>
      <vt:lpstr>Solomon Widescreen Theme</vt:lpstr>
      <vt:lpstr>PowerPoint Presentation</vt:lpstr>
      <vt:lpstr>PowerPoint Presentation</vt:lpstr>
      <vt:lpstr>Disclaimer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Bryan Xiao</dc:creator>
  <cp:lastModifiedBy>Bryan Xiao</cp:lastModifiedBy>
  <cp:revision>1</cp:revision>
  <dcterms:created xsi:type="dcterms:W3CDTF">2026-04-28T13:48:58Z</dcterms:created>
  <dcterms:modified xsi:type="dcterms:W3CDTF">2026-04-28T13:58:11Z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_dlc_DocIdItemGuid">
    <vt:lpwstr>cdfec3e5-fa72-4b67-b430-94fb0acdbcd1</vt:lpwstr>
  </property>
  <property fmtid="{D5CDD505-2E9C-101B-9397-08002B2CF9AE}" pid="4" name="ContentTypeId">
    <vt:lpwstr>0x010100793961A25952D74D90C786786F806B79</vt:lpwstr>
  </property>
</Properties>
</file>